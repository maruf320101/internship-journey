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7" r:id="rId13"/>
    <p:sldId id="266" r:id="rId14"/>
    <p:sldId id="268" r:id="rId15"/>
    <p:sldId id="269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SUR RAHMAN" userId="b4edb6ac6ce70bbd" providerId="LiveId" clId="{503D8939-7C64-4941-BC4A-700353CA3143}"/>
    <pc:docChg chg="undo custSel modSld">
      <pc:chgData name="ANISUR RAHMAN" userId="b4edb6ac6ce70bbd" providerId="LiveId" clId="{503D8939-7C64-4941-BC4A-700353CA3143}" dt="2026-09-28T03:00:40.170" v="222" actId="1076"/>
      <pc:docMkLst>
        <pc:docMk/>
      </pc:docMkLst>
      <pc:sldChg chg="delSp mod">
        <pc:chgData name="ANISUR RAHMAN" userId="b4edb6ac6ce70bbd" providerId="LiveId" clId="{503D8939-7C64-4941-BC4A-700353CA3143}" dt="2026-09-27T03:50:25.267" v="33" actId="478"/>
        <pc:sldMkLst>
          <pc:docMk/>
          <pc:sldMk cId="312878789" sldId="256"/>
        </pc:sldMkLst>
        <pc:picChg chg="del">
          <ac:chgData name="ANISUR RAHMAN" userId="b4edb6ac6ce70bbd" providerId="LiveId" clId="{503D8939-7C64-4941-BC4A-700353CA3143}" dt="2026-09-27T03:50:25.267" v="33" actId="478"/>
          <ac:picMkLst>
            <pc:docMk/>
            <pc:sldMk cId="312878789" sldId="256"/>
            <ac:picMk id="6" creationId="{3C3044A2-3F43-B781-F759-B8B4D2292192}"/>
          </ac:picMkLst>
        </pc:picChg>
      </pc:sldChg>
      <pc:sldChg chg="addSp delSp modSp mod">
        <pc:chgData name="ANISUR RAHMAN" userId="b4edb6ac6ce70bbd" providerId="LiveId" clId="{503D8939-7C64-4941-BC4A-700353CA3143}" dt="2026-09-27T04:15:29.986" v="220" actId="207"/>
        <pc:sldMkLst>
          <pc:docMk/>
          <pc:sldMk cId="1085680251" sldId="257"/>
        </pc:sldMkLst>
        <pc:spChg chg="mod">
          <ac:chgData name="ANISUR RAHMAN" userId="b4edb6ac6ce70bbd" providerId="LiveId" clId="{503D8939-7C64-4941-BC4A-700353CA3143}" dt="2026-09-27T04:04:40.929" v="154" actId="1076"/>
          <ac:spMkLst>
            <pc:docMk/>
            <pc:sldMk cId="1085680251" sldId="257"/>
            <ac:spMk id="3" creationId="{8FF3334B-28A3-5DE3-5B81-9E2775874FA0}"/>
          </ac:spMkLst>
        </pc:spChg>
        <pc:spChg chg="mod">
          <ac:chgData name="ANISUR RAHMAN" userId="b4edb6ac6ce70bbd" providerId="LiveId" clId="{503D8939-7C64-4941-BC4A-700353CA3143}" dt="2026-09-27T04:04:40.929" v="154" actId="1076"/>
          <ac:spMkLst>
            <pc:docMk/>
            <pc:sldMk cId="1085680251" sldId="257"/>
            <ac:spMk id="9" creationId="{FF5EAFBF-D21D-B605-8C8B-66A9789B0C5A}"/>
          </ac:spMkLst>
        </pc:spChg>
        <pc:spChg chg="add mod">
          <ac:chgData name="ANISUR RAHMAN" userId="b4edb6ac6ce70bbd" providerId="LiveId" clId="{503D8939-7C64-4941-BC4A-700353CA3143}" dt="2026-09-27T04:14:21.360" v="198" actId="1076"/>
          <ac:spMkLst>
            <pc:docMk/>
            <pc:sldMk cId="1085680251" sldId="257"/>
            <ac:spMk id="10" creationId="{5D6D0431-5FC6-A0A5-086B-FD8196FEA100}"/>
          </ac:spMkLst>
        </pc:spChg>
        <pc:spChg chg="mod">
          <ac:chgData name="ANISUR RAHMAN" userId="b4edb6ac6ce70bbd" providerId="LiveId" clId="{503D8939-7C64-4941-BC4A-700353CA3143}" dt="2026-09-27T04:04:40.929" v="154" actId="1076"/>
          <ac:spMkLst>
            <pc:docMk/>
            <pc:sldMk cId="1085680251" sldId="257"/>
            <ac:spMk id="11" creationId="{DB67A0A8-DD11-63E9-2EFA-91635EB7C633}"/>
          </ac:spMkLst>
        </pc:spChg>
        <pc:spChg chg="add mod">
          <ac:chgData name="ANISUR RAHMAN" userId="b4edb6ac6ce70bbd" providerId="LiveId" clId="{503D8939-7C64-4941-BC4A-700353CA3143}" dt="2026-09-27T04:11:37.638" v="190" actId="1076"/>
          <ac:spMkLst>
            <pc:docMk/>
            <pc:sldMk cId="1085680251" sldId="257"/>
            <ac:spMk id="13" creationId="{138CE4DC-E556-A41B-BF98-9D954CB7061E}"/>
          </ac:spMkLst>
        </pc:spChg>
        <pc:spChg chg="mod">
          <ac:chgData name="ANISUR RAHMAN" userId="b4edb6ac6ce70bbd" providerId="LiveId" clId="{503D8939-7C64-4941-BC4A-700353CA3143}" dt="2026-09-27T04:04:40.929" v="154" actId="1076"/>
          <ac:spMkLst>
            <pc:docMk/>
            <pc:sldMk cId="1085680251" sldId="257"/>
            <ac:spMk id="14" creationId="{B69F0296-7A5D-2664-DB24-7A34E0E71CEF}"/>
          </ac:spMkLst>
        </pc:spChg>
        <pc:spChg chg="add mod">
          <ac:chgData name="ANISUR RAHMAN" userId="b4edb6ac6ce70bbd" providerId="LiveId" clId="{503D8939-7C64-4941-BC4A-700353CA3143}" dt="2026-09-27T04:11:37.638" v="190" actId="1076"/>
          <ac:spMkLst>
            <pc:docMk/>
            <pc:sldMk cId="1085680251" sldId="257"/>
            <ac:spMk id="15" creationId="{9BEE3A36-12DE-A7A3-2751-CE3B4F6AB9B9}"/>
          </ac:spMkLst>
        </pc:spChg>
        <pc:spChg chg="add mod ord">
          <ac:chgData name="ANISUR RAHMAN" userId="b4edb6ac6ce70bbd" providerId="LiveId" clId="{503D8939-7C64-4941-BC4A-700353CA3143}" dt="2026-09-27T04:15:29.986" v="220" actId="207"/>
          <ac:spMkLst>
            <pc:docMk/>
            <pc:sldMk cId="1085680251" sldId="257"/>
            <ac:spMk id="19" creationId="{52E3D2F5-8F04-9DA7-B336-A7C1B79DCB56}"/>
          </ac:spMkLst>
        </pc:spChg>
        <pc:spChg chg="add mod ord">
          <ac:chgData name="ANISUR RAHMAN" userId="b4edb6ac6ce70bbd" providerId="LiveId" clId="{503D8939-7C64-4941-BC4A-700353CA3143}" dt="2026-09-27T04:15:24.147" v="219" actId="207"/>
          <ac:spMkLst>
            <pc:docMk/>
            <pc:sldMk cId="1085680251" sldId="257"/>
            <ac:spMk id="21" creationId="{23520B3F-8022-B453-B039-36340AFAECFA}"/>
          </ac:spMkLst>
        </pc:spChg>
        <pc:picChg chg="del">
          <ac:chgData name="ANISUR RAHMAN" userId="b4edb6ac6ce70bbd" providerId="LiveId" clId="{503D8939-7C64-4941-BC4A-700353CA3143}" dt="2026-09-27T03:50:27.702" v="34" actId="478"/>
          <ac:picMkLst>
            <pc:docMk/>
            <pc:sldMk cId="1085680251" sldId="257"/>
            <ac:picMk id="6" creationId="{FB176F06-E628-D96C-D7C4-F79B6C3E346D}"/>
          </ac:picMkLst>
        </pc:picChg>
        <pc:picChg chg="add mod">
          <ac:chgData name="ANISUR RAHMAN" userId="b4edb6ac6ce70bbd" providerId="LiveId" clId="{503D8939-7C64-4941-BC4A-700353CA3143}" dt="2026-09-27T04:05:23.831" v="168" actId="1037"/>
          <ac:picMkLst>
            <pc:docMk/>
            <pc:sldMk cId="1085680251" sldId="257"/>
            <ac:picMk id="17" creationId="{058240A9-A422-6B59-89D1-9C0B4639E71D}"/>
          </ac:picMkLst>
        </pc:picChg>
        <pc:picChg chg="add mod">
          <ac:chgData name="ANISUR RAHMAN" userId="b4edb6ac6ce70bbd" providerId="LiveId" clId="{503D8939-7C64-4941-BC4A-700353CA3143}" dt="2026-09-27T04:14:26.117" v="217" actId="1036"/>
          <ac:picMkLst>
            <pc:docMk/>
            <pc:sldMk cId="1085680251" sldId="257"/>
            <ac:picMk id="23" creationId="{32E1EDEF-950C-2F17-595D-32B70AA6EB08}"/>
          </ac:picMkLst>
        </pc:picChg>
      </pc:sldChg>
      <pc:sldChg chg="delSp mod">
        <pc:chgData name="ANISUR RAHMAN" userId="b4edb6ac6ce70bbd" providerId="LiveId" clId="{503D8939-7C64-4941-BC4A-700353CA3143}" dt="2026-09-27T03:50:29.927" v="35" actId="478"/>
        <pc:sldMkLst>
          <pc:docMk/>
          <pc:sldMk cId="4142295780" sldId="258"/>
        </pc:sldMkLst>
        <pc:picChg chg="del">
          <ac:chgData name="ANISUR RAHMAN" userId="b4edb6ac6ce70bbd" providerId="LiveId" clId="{503D8939-7C64-4941-BC4A-700353CA3143}" dt="2026-09-27T03:50:29.927" v="35" actId="478"/>
          <ac:picMkLst>
            <pc:docMk/>
            <pc:sldMk cId="4142295780" sldId="258"/>
            <ac:picMk id="6" creationId="{6724BF50-A9E1-86EE-CFBD-5DAAB72EAA1E}"/>
          </ac:picMkLst>
        </pc:picChg>
      </pc:sldChg>
      <pc:sldChg chg="delSp mod">
        <pc:chgData name="ANISUR RAHMAN" userId="b4edb6ac6ce70bbd" providerId="LiveId" clId="{503D8939-7C64-4941-BC4A-700353CA3143}" dt="2026-09-27T03:50:32.139" v="36" actId="478"/>
        <pc:sldMkLst>
          <pc:docMk/>
          <pc:sldMk cId="1684327251" sldId="259"/>
        </pc:sldMkLst>
        <pc:picChg chg="del">
          <ac:chgData name="ANISUR RAHMAN" userId="b4edb6ac6ce70bbd" providerId="LiveId" clId="{503D8939-7C64-4941-BC4A-700353CA3143}" dt="2026-09-27T03:50:32.139" v="36" actId="478"/>
          <ac:picMkLst>
            <pc:docMk/>
            <pc:sldMk cId="1684327251" sldId="259"/>
            <ac:picMk id="6" creationId="{A162B518-6FCD-FA2C-6E2C-9372DC4FD4CE}"/>
          </ac:picMkLst>
        </pc:picChg>
      </pc:sldChg>
      <pc:sldChg chg="delSp mod">
        <pc:chgData name="ANISUR RAHMAN" userId="b4edb6ac6ce70bbd" providerId="LiveId" clId="{503D8939-7C64-4941-BC4A-700353CA3143}" dt="2026-09-27T03:50:34.246" v="37" actId="478"/>
        <pc:sldMkLst>
          <pc:docMk/>
          <pc:sldMk cId="2931272480" sldId="260"/>
        </pc:sldMkLst>
        <pc:picChg chg="del">
          <ac:chgData name="ANISUR RAHMAN" userId="b4edb6ac6ce70bbd" providerId="LiveId" clId="{503D8939-7C64-4941-BC4A-700353CA3143}" dt="2026-09-27T03:50:34.246" v="37" actId="478"/>
          <ac:picMkLst>
            <pc:docMk/>
            <pc:sldMk cId="2931272480" sldId="260"/>
            <ac:picMk id="6" creationId="{26FB2FC7-BA70-C109-706A-F37F73AFC835}"/>
          </ac:picMkLst>
        </pc:picChg>
      </pc:sldChg>
      <pc:sldChg chg="delSp mod">
        <pc:chgData name="ANISUR RAHMAN" userId="b4edb6ac6ce70bbd" providerId="LiveId" clId="{503D8939-7C64-4941-BC4A-700353CA3143}" dt="2026-09-27T03:50:37.503" v="38" actId="478"/>
        <pc:sldMkLst>
          <pc:docMk/>
          <pc:sldMk cId="1678222589" sldId="261"/>
        </pc:sldMkLst>
        <pc:picChg chg="del">
          <ac:chgData name="ANISUR RAHMAN" userId="b4edb6ac6ce70bbd" providerId="LiveId" clId="{503D8939-7C64-4941-BC4A-700353CA3143}" dt="2026-09-27T03:50:37.503" v="38" actId="478"/>
          <ac:picMkLst>
            <pc:docMk/>
            <pc:sldMk cId="1678222589" sldId="261"/>
            <ac:picMk id="6" creationId="{199B78CD-463F-196A-4579-7B866F35D7D3}"/>
          </ac:picMkLst>
        </pc:picChg>
      </pc:sldChg>
      <pc:sldChg chg="delSp mod">
        <pc:chgData name="ANISUR RAHMAN" userId="b4edb6ac6ce70bbd" providerId="LiveId" clId="{503D8939-7C64-4941-BC4A-700353CA3143}" dt="2026-09-27T03:50:42.743" v="40" actId="478"/>
        <pc:sldMkLst>
          <pc:docMk/>
          <pc:sldMk cId="1977580238" sldId="262"/>
        </pc:sldMkLst>
        <pc:picChg chg="del">
          <ac:chgData name="ANISUR RAHMAN" userId="b4edb6ac6ce70bbd" providerId="LiveId" clId="{503D8939-7C64-4941-BC4A-700353CA3143}" dt="2026-09-27T03:50:42.743" v="40" actId="478"/>
          <ac:picMkLst>
            <pc:docMk/>
            <pc:sldMk cId="1977580238" sldId="262"/>
            <ac:picMk id="6" creationId="{4AE2935E-365C-67ED-F04D-B323E2032DD7}"/>
          </ac:picMkLst>
        </pc:picChg>
      </pc:sldChg>
      <pc:sldChg chg="delSp mod">
        <pc:chgData name="ANISUR RAHMAN" userId="b4edb6ac6ce70bbd" providerId="LiveId" clId="{503D8939-7C64-4941-BC4A-700353CA3143}" dt="2026-09-28T02:41:02.536" v="221" actId="478"/>
        <pc:sldMkLst>
          <pc:docMk/>
          <pc:sldMk cId="3787683250" sldId="263"/>
        </pc:sldMkLst>
        <pc:picChg chg="del">
          <ac:chgData name="ANISUR RAHMAN" userId="b4edb6ac6ce70bbd" providerId="LiveId" clId="{503D8939-7C64-4941-BC4A-700353CA3143}" dt="2026-09-28T02:41:02.536" v="221" actId="478"/>
          <ac:picMkLst>
            <pc:docMk/>
            <pc:sldMk cId="3787683250" sldId="263"/>
            <ac:picMk id="6" creationId="{7AA74B1E-57F2-38D8-85F2-BC1BD2A80D7E}"/>
          </ac:picMkLst>
        </pc:picChg>
      </pc:sldChg>
      <pc:sldChg chg="delSp mod">
        <pc:chgData name="ANISUR RAHMAN" userId="b4edb6ac6ce70bbd" providerId="LiveId" clId="{503D8939-7C64-4941-BC4A-700353CA3143}" dt="2026-09-27T03:50:45.111" v="41" actId="478"/>
        <pc:sldMkLst>
          <pc:docMk/>
          <pc:sldMk cId="139654956" sldId="264"/>
        </pc:sldMkLst>
        <pc:picChg chg="del">
          <ac:chgData name="ANISUR RAHMAN" userId="b4edb6ac6ce70bbd" providerId="LiveId" clId="{503D8939-7C64-4941-BC4A-700353CA3143}" dt="2026-09-27T03:50:45.111" v="41" actId="478"/>
          <ac:picMkLst>
            <pc:docMk/>
            <pc:sldMk cId="139654956" sldId="264"/>
            <ac:picMk id="6" creationId="{55711E58-6AB4-B7D7-45FF-47BCFEBEF68D}"/>
          </ac:picMkLst>
        </pc:picChg>
      </pc:sldChg>
      <pc:sldChg chg="delSp mod">
        <pc:chgData name="ANISUR RAHMAN" userId="b4edb6ac6ce70bbd" providerId="LiveId" clId="{503D8939-7C64-4941-BC4A-700353CA3143}" dt="2026-09-27T03:50:48.685" v="42" actId="478"/>
        <pc:sldMkLst>
          <pc:docMk/>
          <pc:sldMk cId="366373171" sldId="265"/>
        </pc:sldMkLst>
        <pc:picChg chg="del">
          <ac:chgData name="ANISUR RAHMAN" userId="b4edb6ac6ce70bbd" providerId="LiveId" clId="{503D8939-7C64-4941-BC4A-700353CA3143}" dt="2026-09-27T03:50:48.685" v="42" actId="478"/>
          <ac:picMkLst>
            <pc:docMk/>
            <pc:sldMk cId="366373171" sldId="265"/>
            <ac:picMk id="6" creationId="{3964AF5E-92C0-29D0-129C-7D08AA7DD1E0}"/>
          </ac:picMkLst>
        </pc:picChg>
      </pc:sldChg>
      <pc:sldChg chg="delSp mod">
        <pc:chgData name="ANISUR RAHMAN" userId="b4edb6ac6ce70bbd" providerId="LiveId" clId="{503D8939-7C64-4941-BC4A-700353CA3143}" dt="2026-09-27T03:50:53.999" v="44" actId="478"/>
        <pc:sldMkLst>
          <pc:docMk/>
          <pc:sldMk cId="1914338843" sldId="266"/>
        </pc:sldMkLst>
        <pc:picChg chg="del">
          <ac:chgData name="ANISUR RAHMAN" userId="b4edb6ac6ce70bbd" providerId="LiveId" clId="{503D8939-7C64-4941-BC4A-700353CA3143}" dt="2026-09-27T03:50:53.999" v="44" actId="478"/>
          <ac:picMkLst>
            <pc:docMk/>
            <pc:sldMk cId="1914338843" sldId="266"/>
            <ac:picMk id="6" creationId="{ACA483BF-93FB-9769-CF36-45BE44210447}"/>
          </ac:picMkLst>
        </pc:picChg>
      </pc:sldChg>
      <pc:sldChg chg="delSp mod">
        <pc:chgData name="ANISUR RAHMAN" userId="b4edb6ac6ce70bbd" providerId="LiveId" clId="{503D8939-7C64-4941-BC4A-700353CA3143}" dt="2026-09-27T03:50:51.543" v="43" actId="478"/>
        <pc:sldMkLst>
          <pc:docMk/>
          <pc:sldMk cId="2416374539" sldId="267"/>
        </pc:sldMkLst>
        <pc:picChg chg="del">
          <ac:chgData name="ANISUR RAHMAN" userId="b4edb6ac6ce70bbd" providerId="LiveId" clId="{503D8939-7C64-4941-BC4A-700353CA3143}" dt="2026-09-27T03:50:51.543" v="43" actId="478"/>
          <ac:picMkLst>
            <pc:docMk/>
            <pc:sldMk cId="2416374539" sldId="267"/>
            <ac:picMk id="6" creationId="{66B8ECB6-E500-7BCF-E19D-3623CDDDC867}"/>
          </ac:picMkLst>
        </pc:picChg>
      </pc:sldChg>
      <pc:sldChg chg="delSp mod">
        <pc:chgData name="ANISUR RAHMAN" userId="b4edb6ac6ce70bbd" providerId="LiveId" clId="{503D8939-7C64-4941-BC4A-700353CA3143}" dt="2026-09-27T03:50:56.623" v="45" actId="478"/>
        <pc:sldMkLst>
          <pc:docMk/>
          <pc:sldMk cId="403540372" sldId="268"/>
        </pc:sldMkLst>
        <pc:picChg chg="del">
          <ac:chgData name="ANISUR RAHMAN" userId="b4edb6ac6ce70bbd" providerId="LiveId" clId="{503D8939-7C64-4941-BC4A-700353CA3143}" dt="2026-09-27T03:50:56.623" v="45" actId="478"/>
          <ac:picMkLst>
            <pc:docMk/>
            <pc:sldMk cId="403540372" sldId="268"/>
            <ac:picMk id="6" creationId="{0D60FAA2-7C81-45DF-B397-4583B27D5B2A}"/>
          </ac:picMkLst>
        </pc:picChg>
      </pc:sldChg>
      <pc:sldChg chg="delSp mod">
        <pc:chgData name="ANISUR RAHMAN" userId="b4edb6ac6ce70bbd" providerId="LiveId" clId="{503D8939-7C64-4941-BC4A-700353CA3143}" dt="2026-09-27T03:50:59.085" v="46" actId="478"/>
        <pc:sldMkLst>
          <pc:docMk/>
          <pc:sldMk cId="810292474" sldId="269"/>
        </pc:sldMkLst>
        <pc:picChg chg="del">
          <ac:chgData name="ANISUR RAHMAN" userId="b4edb6ac6ce70bbd" providerId="LiveId" clId="{503D8939-7C64-4941-BC4A-700353CA3143}" dt="2026-09-27T03:50:59.085" v="46" actId="478"/>
          <ac:picMkLst>
            <pc:docMk/>
            <pc:sldMk cId="810292474" sldId="269"/>
            <ac:picMk id="6" creationId="{82DF8E6F-592A-8AF7-C4D0-26A90F723E17}"/>
          </ac:picMkLst>
        </pc:picChg>
      </pc:sldChg>
      <pc:sldChg chg="delSp mod">
        <pc:chgData name="ANISUR RAHMAN" userId="b4edb6ac6ce70bbd" providerId="LiveId" clId="{503D8939-7C64-4941-BC4A-700353CA3143}" dt="2026-09-27T03:50:40.015" v="39" actId="478"/>
        <pc:sldMkLst>
          <pc:docMk/>
          <pc:sldMk cId="3670843091" sldId="270"/>
        </pc:sldMkLst>
        <pc:picChg chg="del">
          <ac:chgData name="ANISUR RAHMAN" userId="b4edb6ac6ce70bbd" providerId="LiveId" clId="{503D8939-7C64-4941-BC4A-700353CA3143}" dt="2026-09-27T03:50:40.015" v="39" actId="478"/>
          <ac:picMkLst>
            <pc:docMk/>
            <pc:sldMk cId="3670843091" sldId="270"/>
            <ac:picMk id="6" creationId="{AE269D90-2E70-227F-482F-78097DA3AC7B}"/>
          </ac:picMkLst>
        </pc:picChg>
      </pc:sldChg>
      <pc:sldChg chg="delSp modSp mod">
        <pc:chgData name="ANISUR RAHMAN" userId="b4edb6ac6ce70bbd" providerId="LiveId" clId="{503D8939-7C64-4941-BC4A-700353CA3143}" dt="2026-09-28T03:00:40.170" v="222" actId="1076"/>
        <pc:sldMkLst>
          <pc:docMk/>
          <pc:sldMk cId="4102359022" sldId="271"/>
        </pc:sldMkLst>
        <pc:picChg chg="del">
          <ac:chgData name="ANISUR RAHMAN" userId="b4edb6ac6ce70bbd" providerId="LiveId" clId="{503D8939-7C64-4941-BC4A-700353CA3143}" dt="2026-09-27T03:51:01.022" v="47" actId="478"/>
          <ac:picMkLst>
            <pc:docMk/>
            <pc:sldMk cId="4102359022" sldId="271"/>
            <ac:picMk id="6" creationId="{7E79B83D-BDD7-300B-B5DE-745D041A4963}"/>
          </ac:picMkLst>
        </pc:picChg>
        <pc:picChg chg="mod">
          <ac:chgData name="ANISUR RAHMAN" userId="b4edb6ac6ce70bbd" providerId="LiveId" clId="{503D8939-7C64-4941-BC4A-700353CA3143}" dt="2026-09-28T03:00:40.170" v="222" actId="1076"/>
          <ac:picMkLst>
            <pc:docMk/>
            <pc:sldMk cId="4102359022" sldId="271"/>
            <ac:picMk id="8" creationId="{7FDBCF57-F604-F8C2-882B-C4A31B0A5E1C}"/>
          </ac:picMkLst>
        </pc:picChg>
      </pc:sldChg>
      <pc:sldChg chg="delSp mod">
        <pc:chgData name="ANISUR RAHMAN" userId="b4edb6ac6ce70bbd" providerId="LiveId" clId="{503D8939-7C64-4941-BC4A-700353CA3143}" dt="2026-09-27T03:51:03.454" v="48" actId="478"/>
        <pc:sldMkLst>
          <pc:docMk/>
          <pc:sldMk cId="2810774538" sldId="272"/>
        </pc:sldMkLst>
        <pc:picChg chg="del">
          <ac:chgData name="ANISUR RAHMAN" userId="b4edb6ac6ce70bbd" providerId="LiveId" clId="{503D8939-7C64-4941-BC4A-700353CA3143}" dt="2026-09-27T03:51:03.454" v="48" actId="478"/>
          <ac:picMkLst>
            <pc:docMk/>
            <pc:sldMk cId="2810774538" sldId="272"/>
            <ac:picMk id="6" creationId="{BEE3FBB0-9149-3EAF-83D4-AF6C8BCF1235}"/>
          </ac:picMkLst>
        </pc:picChg>
      </pc:sldChg>
      <pc:sldChg chg="delSp mod">
        <pc:chgData name="ANISUR RAHMAN" userId="b4edb6ac6ce70bbd" providerId="LiveId" clId="{503D8939-7C64-4941-BC4A-700353CA3143}" dt="2026-09-27T03:51:06.758" v="49" actId="478"/>
        <pc:sldMkLst>
          <pc:docMk/>
          <pc:sldMk cId="977886727" sldId="273"/>
        </pc:sldMkLst>
        <pc:picChg chg="del">
          <ac:chgData name="ANISUR RAHMAN" userId="b4edb6ac6ce70bbd" providerId="LiveId" clId="{503D8939-7C64-4941-BC4A-700353CA3143}" dt="2026-09-27T03:51:06.758" v="49" actId="478"/>
          <ac:picMkLst>
            <pc:docMk/>
            <pc:sldMk cId="977886727" sldId="273"/>
            <ac:picMk id="6" creationId="{EE2A3DB9-7E89-3A68-5043-2FBBB1603A34}"/>
          </ac:picMkLst>
        </pc:picChg>
      </pc:sldChg>
      <pc:sldChg chg="delSp mod">
        <pc:chgData name="ANISUR RAHMAN" userId="b4edb6ac6ce70bbd" providerId="LiveId" clId="{503D8939-7C64-4941-BC4A-700353CA3143}" dt="2026-09-27T03:51:09.711" v="50" actId="478"/>
        <pc:sldMkLst>
          <pc:docMk/>
          <pc:sldMk cId="604976108" sldId="274"/>
        </pc:sldMkLst>
        <pc:picChg chg="del">
          <ac:chgData name="ANISUR RAHMAN" userId="b4edb6ac6ce70bbd" providerId="LiveId" clId="{503D8939-7C64-4941-BC4A-700353CA3143}" dt="2026-09-27T03:51:09.711" v="50" actId="478"/>
          <ac:picMkLst>
            <pc:docMk/>
            <pc:sldMk cId="604976108" sldId="274"/>
            <ac:picMk id="6" creationId="{5117E9E2-D595-7AED-381D-15D182952C20}"/>
          </ac:picMkLst>
        </pc:picChg>
      </pc:sldChg>
      <pc:sldChg chg="delSp mod">
        <pc:chgData name="ANISUR RAHMAN" userId="b4edb6ac6ce70bbd" providerId="LiveId" clId="{503D8939-7C64-4941-BC4A-700353CA3143}" dt="2026-09-27T03:51:13.074" v="51" actId="478"/>
        <pc:sldMkLst>
          <pc:docMk/>
          <pc:sldMk cId="404650793" sldId="275"/>
        </pc:sldMkLst>
        <pc:picChg chg="del">
          <ac:chgData name="ANISUR RAHMAN" userId="b4edb6ac6ce70bbd" providerId="LiveId" clId="{503D8939-7C64-4941-BC4A-700353CA3143}" dt="2026-09-27T03:51:13.074" v="51" actId="478"/>
          <ac:picMkLst>
            <pc:docMk/>
            <pc:sldMk cId="404650793" sldId="275"/>
            <ac:picMk id="6" creationId="{376C377A-181E-E58F-617D-9D6EB4A15E5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33824-4125-7DD5-C88B-823EEC1C2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EB498-F9E9-933E-E327-E986D0C44B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69FB0-94A6-CC16-9C55-F7A01F3ED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01FB2-682A-4183-87D4-46E547D97986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5FBA2-DB13-E891-326C-BAA98A085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81FD9-E3B4-0FD2-D145-D370BD0AE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D6E35-8CB8-4A18-A3A5-515A50CFE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60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8697A-A2C7-067E-10AD-325E3B85F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1F5F7-8C94-123E-0FF0-D16AF28BF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6A0DF-4307-3E16-9102-6281BD17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01FB2-682A-4183-87D4-46E547D97986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848FD-41DA-E59F-DB5D-BD0A504D0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7ABC8-1AD0-36EC-3F84-6004328A0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D6E35-8CB8-4A18-A3A5-515A50CFE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7694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8B46-83B8-0BB3-E5D0-B0D947708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E17B1-1AFE-D10E-6392-0AD0F5E4F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B1859-74E3-03E0-FAB7-819E18E9D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01FB2-682A-4183-87D4-46E547D97986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A2855-0D33-B380-91C7-3C11E6649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451A1-7103-3962-F093-BB433E740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D6E35-8CB8-4A18-A3A5-515A50CFE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870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F80FF-9FE4-526D-68BC-1D6D89679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5DB34-9560-3A3E-A349-F9D5AA162D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3C4779-BCAE-0195-181C-5745129DB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4AF2C8-FD2B-961D-D97F-4D54C9CC9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01FB2-682A-4183-87D4-46E547D97986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F0AEA-A3EF-FA62-798E-AA246F763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4D813-038C-54F7-2F4A-B09CB40CA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D6E35-8CB8-4A18-A3A5-515A50CFE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6440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FD93-622F-17A0-378D-EB112278F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90310-EB4D-FBD3-6E86-9E07AA74D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0C334-2458-D71A-851C-842340542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E6BD60-8E0D-CF7B-AAFF-313805DB66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3FED48-9F9C-13CE-9144-714495D8B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03D509-91D1-8AC2-5CFB-076BD1B81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01FB2-682A-4183-87D4-46E547D97986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5DE109-EAE6-AF42-C600-5F7D660EC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71FBB8-F819-D0AD-5271-F06DBA69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D6E35-8CB8-4A18-A3A5-515A50CFE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7146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DDA1D-5DE3-F93F-A34B-65E9184A8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CC41AE-00BD-99B9-04EE-DDFFC78B5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01FB2-682A-4183-87D4-46E547D97986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0E5C3-A1C9-6AC3-3804-C6536394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3D2143-0459-866A-103B-E7F9F8939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D6E35-8CB8-4A18-A3A5-515A50CFE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404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832BE3-71E1-7E8C-BF48-BBED02F72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01FB2-682A-4183-87D4-46E547D97986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FDA4B0-7D5E-A005-274C-CD80572F1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85DBE-F7FA-1123-EC18-3698E24EF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D6E35-8CB8-4A18-A3A5-515A50CFE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784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45EB6-F29D-154B-3CEB-C342FB1FE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B051D-BD68-03DB-909C-62D005FB0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54D5C8-5EC9-7E2B-D8A3-3C27D4E5A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BA9B2-D746-F00E-4CAA-2A7BD42E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01FB2-682A-4183-87D4-46E547D97986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830ED-8D66-F4C7-3552-8886AFD0E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B22DE-7FF0-7CC8-5537-F55BB8687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D6E35-8CB8-4A18-A3A5-515A50CFE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318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9FF2D-1874-14ED-BA8A-C09E3AF98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D1D4E6-4926-9CD8-A098-FB2A8D8A60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B1BD4-7650-F497-D469-E0D894F8C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835BB-78B4-DC01-DEFD-09A4324AE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01FB2-682A-4183-87D4-46E547D97986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2B25B-4C5D-1E33-FB3D-11666E291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3309D-01BC-8915-15CC-62E491236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D6E35-8CB8-4A18-A3A5-515A50CFE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504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5155-B26A-0A42-9094-4C43E2512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FE5A1-E748-B42A-57A3-9AB4A0AC8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96DA9-0499-4B28-8450-07C52B51D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01FB2-682A-4183-87D4-46E547D97986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29EDD-A946-F978-6D75-77C0513E1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A4D74-39C4-60E3-2F47-C8F0907A4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D6E35-8CB8-4A18-A3A5-515A50CFE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7937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12DA89-1F43-0412-CAFB-2DE4D4BF87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1D6F5E-88E4-66D1-77DA-9F83E09A7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A3701-B988-D391-34EF-5E79E1B83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01FB2-682A-4183-87D4-46E547D97986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53B5C-8813-5E70-1F35-B6DE3E38E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72F8B-C939-DF47-3184-B3804BF4F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D6E35-8CB8-4A18-A3A5-515A50CFE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072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9839BA-B40A-D38C-E242-8ECFA3870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09401A-11C5-799D-03A7-298F81D81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63188-A67E-E6DC-CFA4-6750CC1532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01FB2-682A-4183-87D4-46E547D97986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8FFFD-330D-6F49-D90A-0E0407BF2F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EE286-9BBD-5838-3CBC-1343D459D0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ED6E35-8CB8-4A18-A3A5-515A50CFE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794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3BD876-69CE-C542-9BD9-FE6744ABE260}"/>
              </a:ext>
            </a:extLst>
          </p:cNvPr>
          <p:cNvSpPr/>
          <p:nvPr/>
        </p:nvSpPr>
        <p:spPr>
          <a:xfrm>
            <a:off x="181896" y="218768"/>
            <a:ext cx="11828207" cy="6420464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EF0B92-1F56-D4EA-C1C5-FDE6CAA32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586" y="425245"/>
            <a:ext cx="1735001" cy="651485"/>
          </a:xfrm>
          <a:prstGeom prst="rect">
            <a:avLst/>
          </a:prstGeom>
        </p:spPr>
      </p:pic>
      <p:sp>
        <p:nvSpPr>
          <p:cNvPr id="7" name="Google Shape;1283;p40">
            <a:extLst>
              <a:ext uri="{FF2B5EF4-FFF2-40B4-BE49-F238E27FC236}">
                <a16:creationId xmlns:a16="http://schemas.microsoft.com/office/drawing/2014/main" id="{98036D05-45FC-C860-7B86-6B0DC885C235}"/>
              </a:ext>
            </a:extLst>
          </p:cNvPr>
          <p:cNvSpPr txBox="1">
            <a:spLocks noGrp="1"/>
          </p:cNvSpPr>
          <p:nvPr/>
        </p:nvSpPr>
        <p:spPr bwMode="auto">
          <a:xfrm>
            <a:off x="1241322" y="2476344"/>
            <a:ext cx="9709354" cy="952656"/>
          </a:xfrm>
          <a:prstGeom prst="rect">
            <a:avLst/>
          </a:prstGeom>
        </p:spPr>
        <p:txBody>
          <a:bodyPr spcFirstLastPara="1" vert="horz" wrap="square" lIns="91440" tIns="45720" rIns="91440" bIns="45720" numCol="1" spcCol="0" rtlCol="0" fromWordArt="0" anchor="ctr" anchorCtr="0" forceAA="0" compatLnSpc="0">
            <a:normAutofit fontScale="92500" lnSpcReduction="20000"/>
          </a:bodyPr>
          <a:lstStyle>
            <a:lvl1pPr lvl="0" algn="l" defTabSz="685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>
                <a:solidFill>
                  <a:srgbClr val="FFFFFF"/>
                </a:solidFill>
                <a:latin typeface="Roboto Black"/>
                <a:ea typeface="Roboto Black"/>
                <a:cs typeface="Roboto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pPr algn="ctr" defTabSz="914400">
              <a:defRPr/>
            </a:pPr>
            <a:r>
              <a:rPr lang="en-GB" b="1" dirty="0">
                <a:solidFill>
                  <a:schemeClr val="tx1"/>
                </a:solidFill>
              </a:rPr>
              <a:t>Design and Frontend Engineering of a Web-Based Point of Sale (POS) Management System</a:t>
            </a:r>
            <a:endParaRPr sz="2800" dirty="0">
              <a:solidFill>
                <a:schemeClr val="tx1"/>
              </a:solidFill>
              <a:latin typeface="Arial Black"/>
              <a:cs typeface="Arial Black"/>
            </a:endParaRPr>
          </a:p>
        </p:txBody>
      </p:sp>
      <p:sp>
        <p:nvSpPr>
          <p:cNvPr id="8" name="TextBox 651150969">
            <a:extLst>
              <a:ext uri="{FF2B5EF4-FFF2-40B4-BE49-F238E27FC236}">
                <a16:creationId xmlns:a16="http://schemas.microsoft.com/office/drawing/2014/main" id="{C22CB151-1EFC-0DC4-F2BC-E71066FD38DD}"/>
              </a:ext>
            </a:extLst>
          </p:cNvPr>
          <p:cNvSpPr txBox="1"/>
          <p:nvPr/>
        </p:nvSpPr>
        <p:spPr bwMode="auto">
          <a:xfrm>
            <a:off x="3247541" y="3429000"/>
            <a:ext cx="5696916" cy="839322"/>
          </a:xfrm>
          <a:prstGeom prst="rect">
            <a:avLst/>
          </a:prstGeom>
          <a:noFill/>
        </p:spPr>
        <p:txBody>
          <a:bodyPr vert="horz" wrap="square" lIns="91440" tIns="45720" rIns="91440" bIns="45720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Industrial Training Defense, Summer 2026</a:t>
            </a:r>
            <a:endParaRPr sz="1600" b="1" dirty="0">
              <a:solidFill>
                <a:schemeClr val="dk1"/>
              </a:solidFill>
              <a:latin typeface="Arial"/>
              <a:cs typeface="Arial"/>
            </a:endParaRPr>
          </a:p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Department of Computer Science and Engineering </a:t>
            </a:r>
            <a:endParaRPr sz="1600" b="1" dirty="0">
              <a:solidFill>
                <a:schemeClr val="dk1"/>
              </a:solidFill>
              <a:latin typeface="Arial"/>
              <a:cs typeface="Arial"/>
            </a:endParaRPr>
          </a:p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600" b="1" i="0" u="none" strike="noStrike" cap="none" spc="0" dirty="0">
                <a:solidFill>
                  <a:srgbClr val="00B050"/>
                </a:solidFill>
                <a:latin typeface="Arial"/>
                <a:ea typeface="Arial"/>
                <a:cs typeface="Arial"/>
              </a:rPr>
              <a:t>Green University of Bangladesh</a:t>
            </a:r>
            <a:endParaRPr sz="1600" b="1" dirty="0">
              <a:solidFill>
                <a:schemeClr val="dk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87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3FCB5-119E-3930-AEC2-B248E77A0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3520B3F-8022-B453-B039-36340AFAECFA}"/>
              </a:ext>
            </a:extLst>
          </p:cNvPr>
          <p:cNvSpPr/>
          <p:nvPr/>
        </p:nvSpPr>
        <p:spPr bwMode="auto">
          <a:xfrm>
            <a:off x="181896" y="218768"/>
            <a:ext cx="11820418" cy="34984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E3D2F5-8F04-9DA7-B336-A7C1B79DCB56}"/>
              </a:ext>
            </a:extLst>
          </p:cNvPr>
          <p:cNvSpPr/>
          <p:nvPr/>
        </p:nvSpPr>
        <p:spPr bwMode="auto">
          <a:xfrm>
            <a:off x="181896" y="3735279"/>
            <a:ext cx="11828207" cy="29039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120089-684D-E655-A6A2-FD6E3124A37F}"/>
              </a:ext>
            </a:extLst>
          </p:cNvPr>
          <p:cNvSpPr/>
          <p:nvPr/>
        </p:nvSpPr>
        <p:spPr>
          <a:xfrm>
            <a:off x="181896" y="218768"/>
            <a:ext cx="11828207" cy="6420464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88A453-2126-5ACA-CCDD-F2765027C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586" y="425245"/>
            <a:ext cx="1735001" cy="6514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F3334B-28A3-5DE3-5B81-9E2775874FA0}"/>
              </a:ext>
            </a:extLst>
          </p:cNvPr>
          <p:cNvSpPr txBox="1"/>
          <p:nvPr/>
        </p:nvSpPr>
        <p:spPr>
          <a:xfrm>
            <a:off x="1521812" y="1291930"/>
            <a:ext cx="24228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400" b="1" i="0" u="none" dirty="0">
                <a:solidFill>
                  <a:srgbClr val="0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Presented By</a:t>
            </a:r>
            <a:endParaRPr lang="en-GB" sz="2400" b="1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5EAFBF-D21D-B605-8C8B-66A9789B0C5A}"/>
              </a:ext>
            </a:extLst>
          </p:cNvPr>
          <p:cNvSpPr txBox="1"/>
          <p:nvPr/>
        </p:nvSpPr>
        <p:spPr>
          <a:xfrm>
            <a:off x="1521812" y="1933156"/>
            <a:ext cx="4807975" cy="1043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b="1" i="0" u="none" dirty="0" err="1">
                <a:solidFill>
                  <a:srgbClr val="00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Anisur</a:t>
            </a:r>
            <a:r>
              <a:rPr lang="en-GB" b="1" i="0" u="none" dirty="0">
                <a:solidFill>
                  <a:srgbClr val="00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Rahaman Maruf (ID 222902078)</a:t>
            </a:r>
            <a:endParaRPr lang="en-GB" sz="1200" dirty="0">
              <a:latin typeface="Arial"/>
            </a:endParaRPr>
          </a:p>
          <a:p>
            <a:pPr lvl="0">
              <a:lnSpc>
                <a:spcPct val="80000"/>
              </a:lnSpc>
              <a:spcBef>
                <a:spcPts val="638"/>
              </a:spcBef>
              <a:buClr>
                <a:srgbClr val="888888"/>
              </a:buClr>
              <a:buSzPts val="1520"/>
              <a:defRPr/>
            </a:pPr>
            <a:r>
              <a:rPr lang="en-GB" sz="1200" b="1" dirty="0">
                <a:latin typeface="Arial"/>
              </a:rPr>
              <a:t>Student</a:t>
            </a:r>
          </a:p>
          <a:p>
            <a:pPr lvl="0">
              <a:lnSpc>
                <a:spcPct val="80000"/>
              </a:lnSpc>
              <a:spcBef>
                <a:spcPts val="638"/>
              </a:spcBef>
              <a:buClr>
                <a:srgbClr val="888888"/>
              </a:buClr>
              <a:buSzPts val="1520"/>
              <a:defRPr/>
            </a:pPr>
            <a:r>
              <a:rPr lang="en-GB" sz="1200" dirty="0">
                <a:latin typeface="Arial"/>
              </a:rPr>
              <a:t>Department of Computer Science and Engineering </a:t>
            </a:r>
          </a:p>
          <a:p>
            <a:pPr lvl="0">
              <a:lnSpc>
                <a:spcPct val="80000"/>
              </a:lnSpc>
              <a:spcBef>
                <a:spcPts val="638"/>
              </a:spcBef>
              <a:buClr>
                <a:srgbClr val="888888"/>
              </a:buClr>
              <a:buSzPts val="1520"/>
              <a:defRPr/>
            </a:pPr>
            <a:r>
              <a:rPr lang="en-GB" sz="1200" dirty="0">
                <a:latin typeface="Arial"/>
              </a:rPr>
              <a:t>Green University of Bangladesh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67A0A8-DD11-63E9-2EFA-91635EB7C633}"/>
              </a:ext>
            </a:extLst>
          </p:cNvPr>
          <p:cNvSpPr txBox="1"/>
          <p:nvPr/>
        </p:nvSpPr>
        <p:spPr>
          <a:xfrm>
            <a:off x="7061613" y="1368874"/>
            <a:ext cx="2385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400" b="1" i="0" u="none" dirty="0">
                <a:solidFill>
                  <a:srgbClr val="0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Supervised By</a:t>
            </a:r>
            <a:endParaRPr lang="en-GB" sz="2400" b="1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9F0296-7A5D-2664-DB24-7A34E0E71CEF}"/>
              </a:ext>
            </a:extLst>
          </p:cNvPr>
          <p:cNvSpPr txBox="1"/>
          <p:nvPr/>
        </p:nvSpPr>
        <p:spPr>
          <a:xfrm>
            <a:off x="7061612" y="1941834"/>
            <a:ext cx="4227489" cy="1080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Ms.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Mayeesha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Farjana</a:t>
            </a:r>
          </a:p>
          <a:p>
            <a:pPr lvl="0">
              <a:spcBef>
                <a:spcPts val="638"/>
              </a:spcBef>
              <a:buClr>
                <a:srgbClr val="888888"/>
              </a:buClr>
              <a:buSzPts val="1520"/>
              <a:defRPr/>
            </a:pPr>
            <a:r>
              <a:rPr lang="en-GB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Lecturer</a:t>
            </a:r>
          </a:p>
          <a:p>
            <a:pPr lvl="0">
              <a:lnSpc>
                <a:spcPct val="80000"/>
              </a:lnSpc>
              <a:spcBef>
                <a:spcPts val="638"/>
              </a:spcBef>
              <a:buClr>
                <a:srgbClr val="888888"/>
              </a:buClr>
              <a:buSzPts val="1520"/>
              <a:defRPr/>
            </a:pPr>
            <a:r>
              <a:rPr lang="en-GB" sz="1200" dirty="0">
                <a:latin typeface="Arial"/>
              </a:rPr>
              <a:t>Department of Computer Science and Engineering </a:t>
            </a:r>
          </a:p>
          <a:p>
            <a:pPr lvl="0">
              <a:lnSpc>
                <a:spcPct val="80000"/>
              </a:lnSpc>
              <a:spcBef>
                <a:spcPts val="638"/>
              </a:spcBef>
              <a:buClr>
                <a:srgbClr val="888888"/>
              </a:buClr>
              <a:buSzPts val="1520"/>
              <a:defRPr/>
            </a:pPr>
            <a:r>
              <a:rPr lang="en-GB" sz="1200" dirty="0">
                <a:latin typeface="Arial"/>
              </a:rPr>
              <a:t>Green University of Bangladesh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13725-580F-F21A-869E-5DD25C5A5B9F}"/>
              </a:ext>
            </a:extLst>
          </p:cNvPr>
          <p:cNvSpPr txBox="1"/>
          <p:nvPr/>
        </p:nvSpPr>
        <p:spPr>
          <a:xfrm>
            <a:off x="3047999" y="6657262"/>
            <a:ext cx="6096000" cy="24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Industrial Training Defense, Summer 2026</a:t>
            </a:r>
            <a:endParaRPr lang="en-US" sz="12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1FFE59-D2D5-42F7-58F9-7AE2C78D5E74}"/>
              </a:ext>
            </a:extLst>
          </p:cNvPr>
          <p:cNvSpPr txBox="1"/>
          <p:nvPr/>
        </p:nvSpPr>
        <p:spPr>
          <a:xfrm>
            <a:off x="11115366" y="6392574"/>
            <a:ext cx="93406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Page-02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6D0431-5FC6-A0A5-086B-FD8196FEA100}"/>
              </a:ext>
            </a:extLst>
          </p:cNvPr>
          <p:cNvSpPr txBox="1"/>
          <p:nvPr/>
        </p:nvSpPr>
        <p:spPr bwMode="auto">
          <a:xfrm>
            <a:off x="4892525" y="3988151"/>
            <a:ext cx="2399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Arial"/>
              </a:rPr>
              <a:t>Board</a:t>
            </a:r>
            <a:r>
              <a:rPr lang="en-US" b="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Arial"/>
              </a:rPr>
              <a:t>Member</a:t>
            </a:r>
            <a:endParaRPr lang="en-US" sz="2800" b="1" dirty="0">
              <a:latin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8CE4DC-E556-A41B-BF98-9D954CB7061E}"/>
              </a:ext>
            </a:extLst>
          </p:cNvPr>
          <p:cNvSpPr txBox="1"/>
          <p:nvPr/>
        </p:nvSpPr>
        <p:spPr>
          <a:xfrm>
            <a:off x="1521812" y="4774218"/>
            <a:ext cx="3620929" cy="1080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Most. Rokeya Khatun</a:t>
            </a:r>
          </a:p>
          <a:p>
            <a:pPr lvl="0">
              <a:spcBef>
                <a:spcPts val="638"/>
              </a:spcBef>
              <a:buClr>
                <a:srgbClr val="888888"/>
              </a:buClr>
              <a:buSzPts val="1520"/>
              <a:defRPr/>
            </a:pPr>
            <a:r>
              <a:rPr lang="en-GB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Lecturer</a:t>
            </a:r>
          </a:p>
          <a:p>
            <a:pPr lvl="0">
              <a:lnSpc>
                <a:spcPct val="80000"/>
              </a:lnSpc>
              <a:spcBef>
                <a:spcPts val="638"/>
              </a:spcBef>
              <a:buClr>
                <a:srgbClr val="888888"/>
              </a:buClr>
              <a:buSzPts val="1520"/>
              <a:defRPr/>
            </a:pPr>
            <a:r>
              <a:rPr lang="en-GB" sz="1200" dirty="0">
                <a:latin typeface="Arial"/>
              </a:rPr>
              <a:t>Department of Computer Science and Engineering </a:t>
            </a:r>
          </a:p>
          <a:p>
            <a:pPr lvl="0">
              <a:lnSpc>
                <a:spcPct val="80000"/>
              </a:lnSpc>
              <a:spcBef>
                <a:spcPts val="638"/>
              </a:spcBef>
              <a:buClr>
                <a:srgbClr val="888888"/>
              </a:buClr>
              <a:buSzPts val="1520"/>
              <a:defRPr/>
            </a:pPr>
            <a:r>
              <a:rPr lang="en-GB" sz="1200" dirty="0">
                <a:latin typeface="Arial"/>
              </a:rPr>
              <a:t>Green University of Bangladesh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EE3A36-12DE-A7A3-2751-CE3B4F6AB9B9}"/>
              </a:ext>
            </a:extLst>
          </p:cNvPr>
          <p:cNvSpPr txBox="1"/>
          <p:nvPr/>
        </p:nvSpPr>
        <p:spPr>
          <a:xfrm>
            <a:off x="7061612" y="4774218"/>
            <a:ext cx="3620928" cy="10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Ms.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Sagufta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Sabah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Nakshi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Lecturer</a:t>
            </a:r>
          </a:p>
          <a:p>
            <a:pPr lvl="0">
              <a:lnSpc>
                <a:spcPct val="80000"/>
              </a:lnSpc>
              <a:spcBef>
                <a:spcPts val="638"/>
              </a:spcBef>
              <a:buClr>
                <a:srgbClr val="888888"/>
              </a:buClr>
              <a:buSzPts val="1520"/>
              <a:defRPr/>
            </a:pPr>
            <a:r>
              <a:rPr lang="en-GB" sz="1200" dirty="0">
                <a:latin typeface="Arial"/>
              </a:rPr>
              <a:t>Department of Computer Science and Engineering </a:t>
            </a:r>
          </a:p>
          <a:p>
            <a:pPr lvl="0">
              <a:lnSpc>
                <a:spcPct val="80000"/>
              </a:lnSpc>
              <a:spcBef>
                <a:spcPts val="638"/>
              </a:spcBef>
              <a:buClr>
                <a:srgbClr val="888888"/>
              </a:buClr>
              <a:buSzPts val="1520"/>
              <a:defRPr/>
            </a:pPr>
            <a:r>
              <a:rPr lang="en-GB" sz="1200" dirty="0">
                <a:latin typeface="Arial"/>
              </a:rPr>
              <a:t>Green University of Bangladesh</a:t>
            </a:r>
          </a:p>
        </p:txBody>
      </p:sp>
      <p:pic>
        <p:nvPicPr>
          <p:cNvPr id="17" name="Graphic 2" descr="Graduation cap with solid fill">
            <a:extLst>
              <a:ext uri="{FF2B5EF4-FFF2-40B4-BE49-F238E27FC236}">
                <a16:creationId xmlns:a16="http://schemas.microsoft.com/office/drawing/2014/main" id="{058240A9-A422-6B59-89D1-9C0B4639E7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1236936" y="1986225"/>
            <a:ext cx="326503" cy="274147"/>
          </a:xfrm>
          <a:prstGeom prst="rect">
            <a:avLst/>
          </a:prstGeom>
        </p:spPr>
      </p:pic>
      <p:pic>
        <p:nvPicPr>
          <p:cNvPr id="23" name="Graphic 23" descr="Lecturer with solid fill">
            <a:extLst>
              <a:ext uri="{FF2B5EF4-FFF2-40B4-BE49-F238E27FC236}">
                <a16:creationId xmlns:a16="http://schemas.microsoft.com/office/drawing/2014/main" id="{32E1EDEF-950C-2F17-595D-32B70AA6EB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5510184" y="2885546"/>
            <a:ext cx="1163841" cy="110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680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14C53-7210-82CE-E205-B85F5C3CE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C4DB63-0B32-7B06-C5F6-DEEAECDFEB9C}"/>
              </a:ext>
            </a:extLst>
          </p:cNvPr>
          <p:cNvSpPr/>
          <p:nvPr/>
        </p:nvSpPr>
        <p:spPr>
          <a:xfrm>
            <a:off x="181896" y="218768"/>
            <a:ext cx="11828207" cy="6420464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795F8D-EA8C-A052-C64A-418C026D4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586" y="425245"/>
            <a:ext cx="1735001" cy="651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0F4420-30CA-DB34-214A-3C5AEA108365}"/>
              </a:ext>
            </a:extLst>
          </p:cNvPr>
          <p:cNvSpPr txBox="1"/>
          <p:nvPr/>
        </p:nvSpPr>
        <p:spPr>
          <a:xfrm>
            <a:off x="5275005" y="504765"/>
            <a:ext cx="164198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Content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865890-5F56-8B6C-F8B2-10A1B6FF2198}"/>
              </a:ext>
            </a:extLst>
          </p:cNvPr>
          <p:cNvSpPr txBox="1"/>
          <p:nvPr/>
        </p:nvSpPr>
        <p:spPr>
          <a:xfrm>
            <a:off x="3047999" y="6657262"/>
            <a:ext cx="6096000" cy="24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Industrial Training Defense, Summer 2026</a:t>
            </a:r>
            <a:endParaRPr lang="en-US" sz="12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C1DCCC-9947-28EE-6C4A-3496CADA2832}"/>
              </a:ext>
            </a:extLst>
          </p:cNvPr>
          <p:cNvSpPr txBox="1"/>
          <p:nvPr/>
        </p:nvSpPr>
        <p:spPr>
          <a:xfrm>
            <a:off x="11115366" y="6392574"/>
            <a:ext cx="93406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Page-03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4242E6-2D1B-A6EB-64BA-2F5B76034826}"/>
              </a:ext>
            </a:extLst>
          </p:cNvPr>
          <p:cNvSpPr txBox="1"/>
          <p:nvPr/>
        </p:nvSpPr>
        <p:spPr>
          <a:xfrm>
            <a:off x="1236410" y="2515479"/>
            <a:ext cx="4729314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1. Problem Domain &amp; UI/UX Solution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B0065B-314C-C1A5-A0EE-8D003CFEBC23}"/>
              </a:ext>
            </a:extLst>
          </p:cNvPr>
          <p:cNvSpPr txBox="1"/>
          <p:nvPr/>
        </p:nvSpPr>
        <p:spPr>
          <a:xfrm>
            <a:off x="1236409" y="2924587"/>
            <a:ext cx="4729315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Training Motivation &amp; Objectives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0D9D09-F3AE-8290-B5AA-9098E158EA21}"/>
              </a:ext>
            </a:extLst>
          </p:cNvPr>
          <p:cNvSpPr txBox="1"/>
          <p:nvPr/>
        </p:nvSpPr>
        <p:spPr>
          <a:xfrm>
            <a:off x="1236409" y="3441100"/>
            <a:ext cx="4729315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Academia vs. Industry Gap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468DB-1641-9C83-DCA8-E43DA3C80CC5}"/>
              </a:ext>
            </a:extLst>
          </p:cNvPr>
          <p:cNvSpPr txBox="1"/>
          <p:nvPr/>
        </p:nvSpPr>
        <p:spPr>
          <a:xfrm>
            <a:off x="1236408" y="3850208"/>
            <a:ext cx="4729316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Industrial Training Details Plan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74BED2-FFCD-9DDD-632D-FCA975A96105}"/>
              </a:ext>
            </a:extLst>
          </p:cNvPr>
          <p:cNvSpPr txBox="1"/>
          <p:nvPr/>
        </p:nvSpPr>
        <p:spPr>
          <a:xfrm>
            <a:off x="1236408" y="4326975"/>
            <a:ext cx="4729318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5. Organization Overview &amp; Internship Role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17C2F1-55C6-CE3F-9CAD-CD9B91819954}"/>
              </a:ext>
            </a:extLst>
          </p:cNvPr>
          <p:cNvSpPr txBox="1"/>
          <p:nvPr/>
        </p:nvSpPr>
        <p:spPr>
          <a:xfrm>
            <a:off x="1236407" y="4736083"/>
            <a:ext cx="4729317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6. System Architecture &amp; Template Design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A28D07-C7D0-2D9E-0F32-94AC586B8730}"/>
              </a:ext>
            </a:extLst>
          </p:cNvPr>
          <p:cNvSpPr txBox="1"/>
          <p:nvPr/>
        </p:nvSpPr>
        <p:spPr>
          <a:xfrm>
            <a:off x="6096000" y="2515479"/>
            <a:ext cx="4729317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7. POS System Interfaces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2BF6A2-2944-0E32-3FDD-63C6263187D6}"/>
              </a:ext>
            </a:extLst>
          </p:cNvPr>
          <p:cNvSpPr txBox="1"/>
          <p:nvPr/>
        </p:nvSpPr>
        <p:spPr>
          <a:xfrm>
            <a:off x="6095999" y="2924587"/>
            <a:ext cx="4729318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8. Specific Details on Training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F467CA-1294-0BD4-915B-52D63132C465}"/>
              </a:ext>
            </a:extLst>
          </p:cNvPr>
          <p:cNvSpPr txBox="1"/>
          <p:nvPr/>
        </p:nvSpPr>
        <p:spPr>
          <a:xfrm>
            <a:off x="6096000" y="3441130"/>
            <a:ext cx="4729317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9. Acquired Skills During Industrial Training</a:t>
            </a:r>
            <a:endParaRPr lang="en-GB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C82048-97EE-160E-6AEC-1D2D7B21B2C5}"/>
              </a:ext>
            </a:extLst>
          </p:cNvPr>
          <p:cNvSpPr txBox="1"/>
          <p:nvPr/>
        </p:nvSpPr>
        <p:spPr>
          <a:xfrm>
            <a:off x="6095999" y="3850238"/>
            <a:ext cx="4729318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10. Academic PO &amp; UN SDG Mapping</a:t>
            </a:r>
            <a:endParaRPr lang="en-GB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4787A4-B569-EC19-2D6B-EDBE1C110BAB}"/>
              </a:ext>
            </a:extLst>
          </p:cNvPr>
          <p:cNvSpPr txBox="1"/>
          <p:nvPr/>
        </p:nvSpPr>
        <p:spPr>
          <a:xfrm>
            <a:off x="6096001" y="4342520"/>
            <a:ext cx="4729317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11. Conclusion</a:t>
            </a:r>
            <a:endParaRPr lang="en-GB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6D07B3-9E10-1AD2-958F-2F22285ADFFE}"/>
              </a:ext>
            </a:extLst>
          </p:cNvPr>
          <p:cNvSpPr txBox="1"/>
          <p:nvPr/>
        </p:nvSpPr>
        <p:spPr>
          <a:xfrm>
            <a:off x="6096000" y="4751628"/>
            <a:ext cx="4729318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12. Reference</a:t>
            </a:r>
            <a:endParaRPr lang="en-GB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295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BED3E-DAAB-6211-AD22-D75494261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0F005D-A3C2-DC7E-3CE2-B2C682AD8EE8}"/>
              </a:ext>
            </a:extLst>
          </p:cNvPr>
          <p:cNvSpPr/>
          <p:nvPr/>
        </p:nvSpPr>
        <p:spPr>
          <a:xfrm>
            <a:off x="181896" y="218768"/>
            <a:ext cx="11828207" cy="6420464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EBC97-586D-6F66-C986-0EF02924D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586" y="425245"/>
            <a:ext cx="1735001" cy="651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C452F6-238C-8AA6-9297-496726BEEE0E}"/>
              </a:ext>
            </a:extLst>
          </p:cNvPr>
          <p:cNvSpPr txBox="1"/>
          <p:nvPr/>
        </p:nvSpPr>
        <p:spPr>
          <a:xfrm>
            <a:off x="4884560" y="504765"/>
            <a:ext cx="242287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b="1" dirty="0">
                <a:latin typeface="Arial Black"/>
                <a:ea typeface="Arial Black"/>
                <a:cs typeface="Arial Black"/>
              </a:rPr>
              <a:t>I</a:t>
            </a:r>
            <a:r>
              <a:rPr lang="en-GB" sz="2600" b="1" dirty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ntroduction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76472-70A4-A58C-7808-44616A1DFD77}"/>
              </a:ext>
            </a:extLst>
          </p:cNvPr>
          <p:cNvSpPr txBox="1"/>
          <p:nvPr/>
        </p:nvSpPr>
        <p:spPr>
          <a:xfrm>
            <a:off x="1685100" y="2151727"/>
            <a:ext cx="2725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Problem Domain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39F914-C345-E3EB-7D16-6A7220B3F5E4}"/>
              </a:ext>
            </a:extLst>
          </p:cNvPr>
          <p:cNvSpPr txBox="1"/>
          <p:nvPr/>
        </p:nvSpPr>
        <p:spPr>
          <a:xfrm>
            <a:off x="1685100" y="2930167"/>
            <a:ext cx="786845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en-GB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Retail Counter Bottlenecks (The Problem):</a:t>
            </a:r>
            <a:endParaRPr lang="en-GB" sz="20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Cluttered user interfaces &amp; complex navigation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Slow manual checkouts &amp; long customer queues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Frequent cashier input and calculation errors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Lack of screen responsiveness on counter devices</a:t>
            </a:r>
            <a:endParaRPr lang="en-GB" sz="2000" b="0" i="0" dirty="0">
              <a:solidFill>
                <a:srgbClr val="30303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DB2EE7-3878-7A55-1AB3-ED7450AB8E4A}"/>
              </a:ext>
            </a:extLst>
          </p:cNvPr>
          <p:cNvSpPr txBox="1"/>
          <p:nvPr/>
        </p:nvSpPr>
        <p:spPr>
          <a:xfrm>
            <a:off x="3047999" y="6657262"/>
            <a:ext cx="6096000" cy="24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Industrial Training Defense, Summer 2026</a:t>
            </a:r>
            <a:endParaRPr lang="en-US" sz="12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94FA29-154E-7149-0EE7-9D78AF907820}"/>
              </a:ext>
            </a:extLst>
          </p:cNvPr>
          <p:cNvSpPr txBox="1"/>
          <p:nvPr/>
        </p:nvSpPr>
        <p:spPr>
          <a:xfrm>
            <a:off x="11115366" y="6392574"/>
            <a:ext cx="93406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Page-04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4327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4E114-D43E-305A-FCAC-F5768B4B3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8A1F8A-881A-22E1-912B-B8112004B23B}"/>
              </a:ext>
            </a:extLst>
          </p:cNvPr>
          <p:cNvSpPr/>
          <p:nvPr/>
        </p:nvSpPr>
        <p:spPr>
          <a:xfrm>
            <a:off x="181896" y="218768"/>
            <a:ext cx="11828207" cy="6420464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C51EA4-A9D1-C36B-6C67-01EA5A926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586" y="425245"/>
            <a:ext cx="1735001" cy="651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F9C9BE-13ED-A4EE-7EA0-B349EA31DE2C}"/>
              </a:ext>
            </a:extLst>
          </p:cNvPr>
          <p:cNvSpPr txBox="1"/>
          <p:nvPr/>
        </p:nvSpPr>
        <p:spPr>
          <a:xfrm>
            <a:off x="2993730" y="504765"/>
            <a:ext cx="620453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b="1" dirty="0">
                <a:latin typeface="Arial Black" panose="020B0A04020102020204" pitchFamily="34" charset="0"/>
                <a:cs typeface="Arial" panose="020B0604020202020204" pitchFamily="34" charset="0"/>
              </a:rPr>
              <a:t>Training Motivation &amp; Objectives</a:t>
            </a:r>
            <a:endParaRPr lang="en-GB" sz="26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080B68-7112-4CE9-406B-4899927B719E}"/>
              </a:ext>
            </a:extLst>
          </p:cNvPr>
          <p:cNvSpPr txBox="1"/>
          <p:nvPr/>
        </p:nvSpPr>
        <p:spPr>
          <a:xfrm>
            <a:off x="1054508" y="1954702"/>
            <a:ext cx="93308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en-GB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Training Motivation:</a:t>
            </a:r>
            <a:endParaRPr lang="en-GB" sz="20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Bridging academic CSE coursework with industry-grade web development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Transitioning from static assignments to dynamic, live software systems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Mastering frontend UI/UX engineering within commercial workflows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F8EBE0-767C-C02D-8BA8-2ADD74602AA3}"/>
              </a:ext>
            </a:extLst>
          </p:cNvPr>
          <p:cNvSpPr txBox="1"/>
          <p:nvPr/>
        </p:nvSpPr>
        <p:spPr>
          <a:xfrm>
            <a:off x="1054508" y="3883386"/>
            <a:ext cx="1159714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en-GB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Core Technical Objectives:</a:t>
            </a:r>
            <a:endParaRPr lang="en-GB" sz="20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Responsive UI Design:</a:t>
            </a:r>
            <a:r>
              <a:rPr lang="en-GB" sz="20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Engineering multi-device templates using Bootstrap 5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Client-Side Interactivity:</a:t>
            </a:r>
            <a:r>
              <a:rPr lang="en-GB" sz="20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Implementing zero-reload cart scripts using Vanilla JS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Print-Ready Invoices:</a:t>
            </a:r>
            <a:r>
              <a:rPr lang="en-GB" sz="20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Designing custom @media print CSS stylesheets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Team Collaboration:</a:t>
            </a:r>
            <a:r>
              <a:rPr lang="en-GB" sz="20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Version control and template synchronization via Git/GitHub</a:t>
            </a:r>
            <a:endParaRPr lang="en-GB" sz="1100" b="0" i="0" dirty="0">
              <a:solidFill>
                <a:srgbClr val="30303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56C3B8-3238-0B57-EED8-B04CBB3DC925}"/>
              </a:ext>
            </a:extLst>
          </p:cNvPr>
          <p:cNvSpPr txBox="1"/>
          <p:nvPr/>
        </p:nvSpPr>
        <p:spPr>
          <a:xfrm>
            <a:off x="3047999" y="6657262"/>
            <a:ext cx="6096000" cy="24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Industrial Training Defense, Summer 2026</a:t>
            </a:r>
            <a:endParaRPr lang="en-US" sz="12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40732E-0056-1E56-EB2A-ACB0FAE0415C}"/>
              </a:ext>
            </a:extLst>
          </p:cNvPr>
          <p:cNvSpPr txBox="1"/>
          <p:nvPr/>
        </p:nvSpPr>
        <p:spPr>
          <a:xfrm>
            <a:off x="11115366" y="6392574"/>
            <a:ext cx="93406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Page-05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1272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FA105-626B-3004-05C2-69AA96EB5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EE8300-8F1A-BE36-A9E9-A582EF21C63C}"/>
              </a:ext>
            </a:extLst>
          </p:cNvPr>
          <p:cNvSpPr/>
          <p:nvPr/>
        </p:nvSpPr>
        <p:spPr>
          <a:xfrm>
            <a:off x="181896" y="218768"/>
            <a:ext cx="11828207" cy="6420464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CA4F95-07B9-4B6F-19C4-AF69BCC26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586" y="425245"/>
            <a:ext cx="1735001" cy="651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C19E30-BAB3-9253-CE79-65BA59DDF45D}"/>
              </a:ext>
            </a:extLst>
          </p:cNvPr>
          <p:cNvSpPr txBox="1"/>
          <p:nvPr/>
        </p:nvSpPr>
        <p:spPr>
          <a:xfrm>
            <a:off x="3554456" y="504765"/>
            <a:ext cx="508308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b="1" dirty="0">
                <a:latin typeface="Arial Black" panose="020B0A04020102020204" pitchFamily="34" charset="0"/>
                <a:cs typeface="Arial" panose="020B0604020202020204" pitchFamily="34" charset="0"/>
              </a:rPr>
              <a:t>Academia vs. Industry Gap</a:t>
            </a:r>
            <a:endParaRPr lang="en-GB" sz="26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D803B6-084E-DA55-6032-A1A4C5BA9EAC}"/>
              </a:ext>
            </a:extLst>
          </p:cNvPr>
          <p:cNvSpPr txBox="1"/>
          <p:nvPr/>
        </p:nvSpPr>
        <p:spPr>
          <a:xfrm>
            <a:off x="648547" y="2314312"/>
            <a:ext cx="90269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en-GB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Academic Environment (Classroom Learning):</a:t>
            </a:r>
            <a:endParaRPr lang="en-GB" sz="20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Theoretical algorithms &amp; isolated programming assignments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Static web pages without real-time database binding</a:t>
            </a:r>
            <a:endParaRPr lang="en-GB" sz="1100" b="0" i="0" dirty="0">
              <a:solidFill>
                <a:srgbClr val="30303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64D34A-2CCC-C405-233F-0973196E7E08}"/>
              </a:ext>
            </a:extLst>
          </p:cNvPr>
          <p:cNvSpPr txBox="1"/>
          <p:nvPr/>
        </p:nvSpPr>
        <p:spPr>
          <a:xfrm>
            <a:off x="648547" y="3770433"/>
            <a:ext cx="968515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en-GB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Industry Environment (</a:t>
            </a:r>
            <a:r>
              <a:rPr lang="en-GB" sz="2000" b="1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O’dell</a:t>
            </a:r>
            <a:r>
              <a:rPr lang="en-GB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Tech Ltd.):</a:t>
            </a:r>
            <a:endParaRPr lang="en-GB" sz="20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Production-ready web application with dynamic ORM context binding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Multi-developer collaboration via Git/GitHub &amp; cross-browser QA</a:t>
            </a:r>
          </a:p>
          <a:p>
            <a:pPr>
              <a:buNone/>
            </a:pPr>
            <a:b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32231E-A702-AFFB-DCC0-151B67DA656A}"/>
              </a:ext>
            </a:extLst>
          </p:cNvPr>
          <p:cNvSpPr txBox="1"/>
          <p:nvPr/>
        </p:nvSpPr>
        <p:spPr>
          <a:xfrm>
            <a:off x="3047999" y="6657262"/>
            <a:ext cx="6096000" cy="24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Industrial Training Defense, Summer 2026</a:t>
            </a:r>
            <a:endParaRPr lang="en-US" sz="12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82C333-7436-EE0A-CA49-CC558D35B77C}"/>
              </a:ext>
            </a:extLst>
          </p:cNvPr>
          <p:cNvSpPr txBox="1"/>
          <p:nvPr/>
        </p:nvSpPr>
        <p:spPr>
          <a:xfrm>
            <a:off x="11115366" y="6392574"/>
            <a:ext cx="93406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Page-06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8222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C8C5B-CAFA-D1DC-9DDE-ED79E35FB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465F93-0C44-E1DA-B4FA-7C4E636A5D6E}"/>
              </a:ext>
            </a:extLst>
          </p:cNvPr>
          <p:cNvSpPr/>
          <p:nvPr/>
        </p:nvSpPr>
        <p:spPr>
          <a:xfrm>
            <a:off x="181896" y="218768"/>
            <a:ext cx="11828207" cy="6420464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9C70C1-CA4E-6DFF-B5D3-71099CE19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586" y="425245"/>
            <a:ext cx="1735001" cy="651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7E03EE-F2EB-B682-39F6-C88AE5F72D56}"/>
              </a:ext>
            </a:extLst>
          </p:cNvPr>
          <p:cNvSpPr txBox="1"/>
          <p:nvPr/>
        </p:nvSpPr>
        <p:spPr>
          <a:xfrm>
            <a:off x="3198084" y="504765"/>
            <a:ext cx="579583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Industrial Training Details Plan</a:t>
            </a:r>
            <a:endParaRPr lang="en-GB" sz="2600" dirty="0">
              <a:latin typeface="Arial Black" panose="020B0A040201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8144C9-17F0-857B-6A46-1F781AC62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81" y="1786354"/>
            <a:ext cx="10923637" cy="36589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0D2B694-74EA-5FEF-46A0-5B4AC62AAFCD}"/>
              </a:ext>
            </a:extLst>
          </p:cNvPr>
          <p:cNvSpPr txBox="1"/>
          <p:nvPr/>
        </p:nvSpPr>
        <p:spPr>
          <a:xfrm>
            <a:off x="3047999" y="6657262"/>
            <a:ext cx="6096000" cy="24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Industrial Training Defense, Summer 2026</a:t>
            </a:r>
            <a:endParaRPr lang="en-US" sz="12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45E5B8-4B90-6360-4C41-7E2C50DD317F}"/>
              </a:ext>
            </a:extLst>
          </p:cNvPr>
          <p:cNvSpPr txBox="1"/>
          <p:nvPr/>
        </p:nvSpPr>
        <p:spPr>
          <a:xfrm>
            <a:off x="11115366" y="6392574"/>
            <a:ext cx="93406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Page-07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0843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A7CED-4917-2333-B60F-5C4C6D636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E6140F-2C40-3BAD-8D85-16DCB18C573F}"/>
              </a:ext>
            </a:extLst>
          </p:cNvPr>
          <p:cNvSpPr/>
          <p:nvPr/>
        </p:nvSpPr>
        <p:spPr>
          <a:xfrm>
            <a:off x="181896" y="218768"/>
            <a:ext cx="11828207" cy="6420464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034F6C-648C-A23C-3E6B-A8F48F0B1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586" y="425245"/>
            <a:ext cx="1735001" cy="651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3E14E2-6382-0E8C-01EC-5410D23B6692}"/>
              </a:ext>
            </a:extLst>
          </p:cNvPr>
          <p:cNvSpPr txBox="1"/>
          <p:nvPr/>
        </p:nvSpPr>
        <p:spPr>
          <a:xfrm>
            <a:off x="3170807" y="304711"/>
            <a:ext cx="585038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600" b="1" dirty="0">
                <a:latin typeface="Arial Black" panose="020B0A04020102020204" pitchFamily="34" charset="0"/>
              </a:rPr>
              <a:t>Organization Overview &amp; Internship Role</a:t>
            </a:r>
            <a:endParaRPr lang="en-GB" sz="2600" dirty="0">
              <a:latin typeface="Arial Black" panose="020B0A040201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E003A8-EABD-B437-37D1-62EF7E607F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9462" y="2243691"/>
            <a:ext cx="3623940" cy="27639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FDB4E3-FE5A-D4E1-8A2D-EC5727CFA14C}"/>
              </a:ext>
            </a:extLst>
          </p:cNvPr>
          <p:cNvSpPr txBox="1"/>
          <p:nvPr/>
        </p:nvSpPr>
        <p:spPr>
          <a:xfrm>
            <a:off x="251486" y="2042043"/>
            <a:ext cx="743734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Host Organization Profile:</a:t>
            </a:r>
            <a:r>
              <a:rPr lang="en-GB" sz="2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buNone/>
            </a:pPr>
            <a:r>
              <a:rPr lang="en-GB" sz="20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O’dell</a:t>
            </a:r>
            <a:r>
              <a:rPr lang="en-GB" sz="2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Tech Ltd., a sister concern of </a:t>
            </a:r>
            <a:r>
              <a:rPr lang="en-GB" sz="20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O’dell</a:t>
            </a:r>
            <a:r>
              <a:rPr lang="en-GB" sz="2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Group located in Mirpur DOHS, Dhaka, specializes in enterprise software solutions and RMG sector digitalization.</a:t>
            </a:r>
          </a:p>
          <a:p>
            <a:pPr>
              <a:buNone/>
            </a:pPr>
            <a:endParaRPr lang="en-GB" sz="2000" b="1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Assigned Role &amp; Supervision:</a:t>
            </a:r>
            <a:r>
              <a:rPr lang="en-GB" sz="2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buNone/>
            </a:pPr>
            <a:r>
              <a:rPr lang="en-GB" sz="2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 an Intern Frontend Developer &amp; UI/UX Designer in the software development team, my focus was engineering responsive, user-centric web interfaces under academic and industrial mentorship.</a:t>
            </a:r>
            <a:endParaRPr lang="en-GB" sz="2000" dirty="0">
              <a:solidFill>
                <a:srgbClr val="30303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ADCA4A-D110-7BA3-0B0B-FAB5F6DC36E7}"/>
              </a:ext>
            </a:extLst>
          </p:cNvPr>
          <p:cNvSpPr txBox="1"/>
          <p:nvPr/>
        </p:nvSpPr>
        <p:spPr>
          <a:xfrm>
            <a:off x="3047999" y="6657262"/>
            <a:ext cx="6096000" cy="24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Industrial Training Defense, Summer 2026</a:t>
            </a:r>
            <a:endParaRPr lang="en-US" sz="12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3AE1B2-345A-9FEA-C2E6-23C6169DD6D0}"/>
              </a:ext>
            </a:extLst>
          </p:cNvPr>
          <p:cNvSpPr txBox="1"/>
          <p:nvPr/>
        </p:nvSpPr>
        <p:spPr>
          <a:xfrm>
            <a:off x="11115366" y="6392574"/>
            <a:ext cx="93406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Page-08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7580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129BD-FEB7-1852-DB4F-62F275EF6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1982F3-9467-FC26-B382-A3BB4E4939BE}"/>
              </a:ext>
            </a:extLst>
          </p:cNvPr>
          <p:cNvSpPr/>
          <p:nvPr/>
        </p:nvSpPr>
        <p:spPr>
          <a:xfrm>
            <a:off x="181896" y="218768"/>
            <a:ext cx="11828207" cy="6420464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6797E7-FFC9-EAAE-6BF8-FC9469DCD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586" y="425245"/>
            <a:ext cx="1735001" cy="651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BFAC69-7913-40D5-5777-4FDCA1E87400}"/>
              </a:ext>
            </a:extLst>
          </p:cNvPr>
          <p:cNvSpPr txBox="1"/>
          <p:nvPr/>
        </p:nvSpPr>
        <p:spPr>
          <a:xfrm>
            <a:off x="3301227" y="304711"/>
            <a:ext cx="558954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600" b="1" dirty="0">
                <a:latin typeface="Arial Black" panose="020B0A04020102020204" pitchFamily="34" charset="0"/>
              </a:rPr>
              <a:t>System Architecture &amp; Template Design</a:t>
            </a:r>
            <a:endParaRPr lang="en-GB" sz="2600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E360C1-595E-4B64-31A1-76884CC223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4361" y="2106138"/>
            <a:ext cx="4277464" cy="29968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766F2D5-5F02-A82A-EFEF-88D667761248}"/>
              </a:ext>
            </a:extLst>
          </p:cNvPr>
          <p:cNvSpPr txBox="1"/>
          <p:nvPr/>
        </p:nvSpPr>
        <p:spPr>
          <a:xfrm>
            <a:off x="433443" y="2173379"/>
            <a:ext cx="65626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en-GB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Django MVT Architecture:</a:t>
            </a:r>
            <a:endParaRPr lang="en-GB" sz="20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Decoupled presentation layer separating HTML templates from backend logic &amp; database ORM</a:t>
            </a:r>
          </a:p>
          <a:p>
            <a:pPr lvl="1" algn="l"/>
            <a:endParaRPr lang="en-GB" sz="20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/>
            <a:r>
              <a:rPr lang="en-GB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Modular Template Inheritance:</a:t>
            </a:r>
            <a:endParaRPr lang="en-GB" sz="20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Central base.html providing unified navigation, sidebars, and styling across all modules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Specialized templates inheriting base styles for Sales, Inventory, and User Management</a:t>
            </a:r>
            <a:endParaRPr lang="en-GB" sz="1100" b="0" i="0" dirty="0">
              <a:solidFill>
                <a:srgbClr val="30303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64BF64-E732-8914-C28A-7A224C18CB3E}"/>
              </a:ext>
            </a:extLst>
          </p:cNvPr>
          <p:cNvSpPr txBox="1"/>
          <p:nvPr/>
        </p:nvSpPr>
        <p:spPr>
          <a:xfrm>
            <a:off x="3047999" y="6657262"/>
            <a:ext cx="6096000" cy="24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Industrial Training Defense, Summer 2026</a:t>
            </a:r>
            <a:endParaRPr lang="en-US" sz="12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F1831C-6A0C-0AE4-99C5-08E68959E0D7}"/>
              </a:ext>
            </a:extLst>
          </p:cNvPr>
          <p:cNvSpPr txBox="1"/>
          <p:nvPr/>
        </p:nvSpPr>
        <p:spPr>
          <a:xfrm>
            <a:off x="11115366" y="6392574"/>
            <a:ext cx="93406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Page-09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7683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F5DE0-9B40-7A0F-7930-028E95D3D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3DE154-E8E8-487B-B46A-34859D38FD3D}"/>
              </a:ext>
            </a:extLst>
          </p:cNvPr>
          <p:cNvSpPr/>
          <p:nvPr/>
        </p:nvSpPr>
        <p:spPr>
          <a:xfrm>
            <a:off x="181896" y="218768"/>
            <a:ext cx="11828207" cy="6420464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C23B70-4738-0F15-DA56-12303407A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586" y="425245"/>
            <a:ext cx="1735001" cy="651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6DE572-EA5D-3D93-4ABD-5625A47391DE}"/>
              </a:ext>
            </a:extLst>
          </p:cNvPr>
          <p:cNvSpPr txBox="1"/>
          <p:nvPr/>
        </p:nvSpPr>
        <p:spPr>
          <a:xfrm>
            <a:off x="3301227" y="489377"/>
            <a:ext cx="5589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Arial Black" panose="020B0A04020102020204" pitchFamily="34" charset="0"/>
              </a:rPr>
              <a:t>POS System Interfaces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8D7BE8-7331-F0EB-0A4E-F00B4222A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74656" y="2262921"/>
            <a:ext cx="5718692" cy="270578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AF5C9D-3FD0-96E6-5A16-829428BD2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295759" y="2262921"/>
            <a:ext cx="5718692" cy="27057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E975217-A12F-9186-313A-287F644346B1}"/>
              </a:ext>
            </a:extLst>
          </p:cNvPr>
          <p:cNvSpPr txBox="1"/>
          <p:nvPr/>
        </p:nvSpPr>
        <p:spPr>
          <a:xfrm>
            <a:off x="3047999" y="6657262"/>
            <a:ext cx="6096000" cy="24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Industrial Training Defense, Summer 2026</a:t>
            </a:r>
            <a:endParaRPr lang="en-US" sz="12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3E8DFE-0514-DB9E-610B-7A1AA5D4FB57}"/>
              </a:ext>
            </a:extLst>
          </p:cNvPr>
          <p:cNvSpPr txBox="1"/>
          <p:nvPr/>
        </p:nvSpPr>
        <p:spPr>
          <a:xfrm>
            <a:off x="11115366" y="6392574"/>
            <a:ext cx="93406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Page-10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1AD407-BC05-441D-9BE5-0BFEA10E802F}"/>
              </a:ext>
            </a:extLst>
          </p:cNvPr>
          <p:cNvSpPr txBox="1"/>
          <p:nvPr/>
        </p:nvSpPr>
        <p:spPr bwMode="auto">
          <a:xfrm>
            <a:off x="1462036" y="5178967"/>
            <a:ext cx="33861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accent1"/>
                </a:solidFill>
                <a:latin typeface="Arial"/>
              </a:rPr>
              <a:t>Log in Interface</a:t>
            </a:r>
            <a:endParaRPr sz="1600" b="1" dirty="0">
              <a:solidFill>
                <a:schemeClr val="accent1"/>
              </a:solidFill>
              <a:latin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E06275-B1DE-9241-F60C-D81D3809E194}"/>
              </a:ext>
            </a:extLst>
          </p:cNvPr>
          <p:cNvSpPr txBox="1"/>
          <p:nvPr/>
        </p:nvSpPr>
        <p:spPr bwMode="auto">
          <a:xfrm>
            <a:off x="7378874" y="5178966"/>
            <a:ext cx="37473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accent1"/>
                </a:solidFill>
                <a:latin typeface="Arial"/>
              </a:rPr>
              <a:t>Dashboard</a:t>
            </a:r>
            <a:endParaRPr sz="1600" b="1" dirty="0">
              <a:solidFill>
                <a:schemeClr val="accent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654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5CB7C-6009-0C69-1C6F-EB3B3F65E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C0457F-609B-903C-3D7B-DED306689C5E}"/>
              </a:ext>
            </a:extLst>
          </p:cNvPr>
          <p:cNvSpPr/>
          <p:nvPr/>
        </p:nvSpPr>
        <p:spPr>
          <a:xfrm>
            <a:off x="181896" y="218768"/>
            <a:ext cx="11828207" cy="6420464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EBFE75-6E52-1EC6-851B-6CA41B3D9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586" y="425245"/>
            <a:ext cx="1735001" cy="651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CDB548-DA47-D29C-1709-E1CC43EE33DC}"/>
              </a:ext>
            </a:extLst>
          </p:cNvPr>
          <p:cNvSpPr txBox="1"/>
          <p:nvPr/>
        </p:nvSpPr>
        <p:spPr>
          <a:xfrm>
            <a:off x="3301227" y="504765"/>
            <a:ext cx="558954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latin typeface="Arial Black" panose="020B0A04020102020204" pitchFamily="34" charset="0"/>
              </a:rPr>
              <a:t>POS System Interfaces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D0B7BD-308B-3003-A0AD-10A39A4AA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43960" y="1968781"/>
            <a:ext cx="5773384" cy="273166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506D284-FF06-DC12-06BC-CB81F3390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6158064" y="1968781"/>
            <a:ext cx="5773384" cy="273166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742F49B-B59D-1E3B-A214-E0CA6477C444}"/>
              </a:ext>
            </a:extLst>
          </p:cNvPr>
          <p:cNvSpPr txBox="1"/>
          <p:nvPr/>
        </p:nvSpPr>
        <p:spPr>
          <a:xfrm>
            <a:off x="3047999" y="6657262"/>
            <a:ext cx="6096000" cy="24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Industrial Training Defense, Summer 2026</a:t>
            </a:r>
            <a:endParaRPr lang="en-US" sz="12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984403-E29B-B3FE-1105-FCC06A5240AB}"/>
              </a:ext>
            </a:extLst>
          </p:cNvPr>
          <p:cNvSpPr txBox="1"/>
          <p:nvPr/>
        </p:nvSpPr>
        <p:spPr>
          <a:xfrm>
            <a:off x="11115366" y="6392574"/>
            <a:ext cx="93406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Page-11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63332C-589D-2F76-EBB7-B947DA440CD3}"/>
              </a:ext>
            </a:extLst>
          </p:cNvPr>
          <p:cNvSpPr txBox="1"/>
          <p:nvPr/>
        </p:nvSpPr>
        <p:spPr bwMode="auto">
          <a:xfrm>
            <a:off x="1608158" y="4856884"/>
            <a:ext cx="33861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accent1"/>
                </a:solidFill>
                <a:latin typeface="Arial"/>
              </a:rPr>
              <a:t>Cart</a:t>
            </a:r>
            <a:endParaRPr sz="1600" b="1" dirty="0">
              <a:solidFill>
                <a:schemeClr val="accent1"/>
              </a:solidFill>
              <a:latin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E8FF6C-87E8-56B2-830B-FC005B17D154}"/>
              </a:ext>
            </a:extLst>
          </p:cNvPr>
          <p:cNvSpPr txBox="1"/>
          <p:nvPr/>
        </p:nvSpPr>
        <p:spPr bwMode="auto">
          <a:xfrm>
            <a:off x="7017107" y="4856883"/>
            <a:ext cx="37473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accent1"/>
                </a:solidFill>
                <a:latin typeface="Arial"/>
              </a:rPr>
              <a:t>Product</a:t>
            </a:r>
            <a:endParaRPr sz="1600" b="1" dirty="0">
              <a:solidFill>
                <a:schemeClr val="accent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373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18E7E-42F3-EB37-551A-EE2B4FB30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4F3F1A-7E08-ADB4-5E66-5977EC0342CD}"/>
              </a:ext>
            </a:extLst>
          </p:cNvPr>
          <p:cNvSpPr/>
          <p:nvPr/>
        </p:nvSpPr>
        <p:spPr>
          <a:xfrm>
            <a:off x="181896" y="218768"/>
            <a:ext cx="11828207" cy="6420464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F77104-69C6-EC71-8F0C-B2E3450C1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586" y="425245"/>
            <a:ext cx="1735001" cy="651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56941A-8250-4472-5F9A-73EBA1D5C10B}"/>
              </a:ext>
            </a:extLst>
          </p:cNvPr>
          <p:cNvSpPr txBox="1"/>
          <p:nvPr/>
        </p:nvSpPr>
        <p:spPr>
          <a:xfrm>
            <a:off x="2957290" y="584287"/>
            <a:ext cx="5589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Arial"/>
              </a:rPr>
              <a:t>POS System Interfaces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7E7501-0724-1F7F-9BE0-17EE12AB8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5688" y="2147396"/>
            <a:ext cx="5827904" cy="275746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97C76B-ED65-A20B-9799-50808FDA2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228953" y="2147396"/>
            <a:ext cx="5827905" cy="275746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384B36-EABA-45BE-885F-B0C87FDA1807}"/>
              </a:ext>
            </a:extLst>
          </p:cNvPr>
          <p:cNvSpPr txBox="1"/>
          <p:nvPr/>
        </p:nvSpPr>
        <p:spPr>
          <a:xfrm>
            <a:off x="3047999" y="6657262"/>
            <a:ext cx="6096000" cy="24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Industrial Training Defense, Summer 2026</a:t>
            </a:r>
            <a:endParaRPr lang="en-US" sz="12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5FB89B-2D6D-FE82-4AC9-4A4D77C77A49}"/>
              </a:ext>
            </a:extLst>
          </p:cNvPr>
          <p:cNvSpPr txBox="1"/>
          <p:nvPr/>
        </p:nvSpPr>
        <p:spPr>
          <a:xfrm>
            <a:off x="11115366" y="6392574"/>
            <a:ext cx="93406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Page-12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46B061-1DA8-9610-6337-8639A63307CB}"/>
              </a:ext>
            </a:extLst>
          </p:cNvPr>
          <p:cNvSpPr txBox="1"/>
          <p:nvPr/>
        </p:nvSpPr>
        <p:spPr bwMode="auto">
          <a:xfrm>
            <a:off x="1354930" y="5061388"/>
            <a:ext cx="33861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accent1"/>
                </a:solidFill>
                <a:latin typeface="Arial"/>
              </a:rPr>
              <a:t>New Sale</a:t>
            </a:r>
            <a:endParaRPr sz="1600" b="1" dirty="0">
              <a:solidFill>
                <a:schemeClr val="accent1"/>
              </a:solidFill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52D355-AE95-B566-FA4D-5B7F2428F8A1}"/>
              </a:ext>
            </a:extLst>
          </p:cNvPr>
          <p:cNvSpPr txBox="1"/>
          <p:nvPr/>
        </p:nvSpPr>
        <p:spPr bwMode="auto">
          <a:xfrm>
            <a:off x="7270336" y="5061388"/>
            <a:ext cx="37473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accent1"/>
                </a:solidFill>
                <a:latin typeface="Arial"/>
              </a:rPr>
              <a:t>Invoice</a:t>
            </a:r>
            <a:endParaRPr sz="1600" b="1" dirty="0">
              <a:solidFill>
                <a:schemeClr val="accent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6374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8437E-50AE-1FAF-2AEA-18B57AD2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EDD56D-3493-3D03-91EF-6915CF2A2757}"/>
              </a:ext>
            </a:extLst>
          </p:cNvPr>
          <p:cNvSpPr/>
          <p:nvPr/>
        </p:nvSpPr>
        <p:spPr>
          <a:xfrm>
            <a:off x="181896" y="218768"/>
            <a:ext cx="11828207" cy="6420464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F42392-6724-ED0E-B7DB-AD1984020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586" y="425245"/>
            <a:ext cx="1735001" cy="651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DF49CB-88CF-15EA-9E0A-31C45F53D7B8}"/>
              </a:ext>
            </a:extLst>
          </p:cNvPr>
          <p:cNvSpPr txBox="1"/>
          <p:nvPr/>
        </p:nvSpPr>
        <p:spPr>
          <a:xfrm>
            <a:off x="3291392" y="504765"/>
            <a:ext cx="558954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latin typeface="Arial Black" panose="020B0A04020102020204" pitchFamily="34" charset="0"/>
              </a:rPr>
              <a:t>POS System Interfaces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EC32F2-43F1-0FBD-06A5-2BAFE6E1B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41272" y="2202115"/>
            <a:ext cx="5824744" cy="275596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A79BD4-0935-C279-5C67-13989C760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261420" y="2202115"/>
            <a:ext cx="5824744" cy="275596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0207A2-5F9C-765F-BFB4-D91AA7169B13}"/>
              </a:ext>
            </a:extLst>
          </p:cNvPr>
          <p:cNvSpPr txBox="1"/>
          <p:nvPr/>
        </p:nvSpPr>
        <p:spPr>
          <a:xfrm>
            <a:off x="3047999" y="6657262"/>
            <a:ext cx="6096000" cy="24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Industrial Training Defense, Summer 2026</a:t>
            </a:r>
            <a:endParaRPr lang="en-US" sz="12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85FE61-1C42-BB23-825D-62C2BBA50A4D}"/>
              </a:ext>
            </a:extLst>
          </p:cNvPr>
          <p:cNvSpPr txBox="1"/>
          <p:nvPr/>
        </p:nvSpPr>
        <p:spPr>
          <a:xfrm>
            <a:off x="11115366" y="6392574"/>
            <a:ext cx="93406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Page-13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57643C-E781-10E1-FBC3-241F71F77850}"/>
              </a:ext>
            </a:extLst>
          </p:cNvPr>
          <p:cNvSpPr txBox="1"/>
          <p:nvPr/>
        </p:nvSpPr>
        <p:spPr bwMode="auto">
          <a:xfrm>
            <a:off x="1480723" y="5104836"/>
            <a:ext cx="33861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accent1"/>
                </a:solidFill>
                <a:latin typeface="Arial"/>
              </a:rPr>
              <a:t>Employee List</a:t>
            </a:r>
            <a:endParaRPr sz="1600" b="1" dirty="0">
              <a:solidFill>
                <a:schemeClr val="accent1"/>
              </a:solidFill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EC3E67-B899-9AEF-4AB2-A9AC2E6C81F7}"/>
              </a:ext>
            </a:extLst>
          </p:cNvPr>
          <p:cNvSpPr txBox="1"/>
          <p:nvPr/>
        </p:nvSpPr>
        <p:spPr bwMode="auto">
          <a:xfrm>
            <a:off x="7179981" y="5104836"/>
            <a:ext cx="37473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accent1"/>
                </a:solidFill>
                <a:latin typeface="Arial"/>
              </a:rPr>
              <a:t>Customer List</a:t>
            </a:r>
            <a:endParaRPr sz="1600" b="1" dirty="0">
              <a:solidFill>
                <a:schemeClr val="accent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4338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D23A5-D216-CA81-0ABD-8A8124A32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2E152E-D221-B5F9-98C5-57583294347B}"/>
              </a:ext>
            </a:extLst>
          </p:cNvPr>
          <p:cNvSpPr/>
          <p:nvPr/>
        </p:nvSpPr>
        <p:spPr>
          <a:xfrm>
            <a:off x="181896" y="218768"/>
            <a:ext cx="11828207" cy="6420464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931D80-D5C5-1E20-EE92-33406B761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586" y="425245"/>
            <a:ext cx="1735001" cy="651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BF64AF-12FB-B8DF-DD89-D084AC92413D}"/>
              </a:ext>
            </a:extLst>
          </p:cNvPr>
          <p:cNvSpPr txBox="1"/>
          <p:nvPr/>
        </p:nvSpPr>
        <p:spPr>
          <a:xfrm>
            <a:off x="2957290" y="584287"/>
            <a:ext cx="5589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Arial"/>
              </a:rPr>
              <a:t>POS System Interfaces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BEC9F7-894B-17FF-9550-3B4CE96B8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16808" y="2236936"/>
            <a:ext cx="5716974" cy="270497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1D2084-8453-3CEB-14DD-965B8B642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329535" y="2236935"/>
            <a:ext cx="5716974" cy="270497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17AF517-6E13-5C29-136E-1C3F62A4A353}"/>
              </a:ext>
            </a:extLst>
          </p:cNvPr>
          <p:cNvSpPr txBox="1"/>
          <p:nvPr/>
        </p:nvSpPr>
        <p:spPr>
          <a:xfrm>
            <a:off x="3047999" y="6657262"/>
            <a:ext cx="6096000" cy="24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Industrial Training Defense, Summer 2026</a:t>
            </a:r>
            <a:endParaRPr lang="en-US" sz="12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ECB93C-7C9A-E0E6-326A-CAAFAA7831FC}"/>
              </a:ext>
            </a:extLst>
          </p:cNvPr>
          <p:cNvSpPr txBox="1"/>
          <p:nvPr/>
        </p:nvSpPr>
        <p:spPr>
          <a:xfrm>
            <a:off x="11115366" y="6392574"/>
            <a:ext cx="93406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Page-14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4B7477-B10C-A324-0C7B-3B581D6AB34F}"/>
              </a:ext>
            </a:extLst>
          </p:cNvPr>
          <p:cNvSpPr txBox="1"/>
          <p:nvPr/>
        </p:nvSpPr>
        <p:spPr bwMode="auto">
          <a:xfrm>
            <a:off x="1354930" y="5195915"/>
            <a:ext cx="33861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accent1"/>
                </a:solidFill>
                <a:latin typeface="Arial"/>
              </a:rPr>
              <a:t>Report</a:t>
            </a:r>
            <a:endParaRPr sz="1600" b="1" dirty="0">
              <a:solidFill>
                <a:schemeClr val="accent1"/>
              </a:solidFill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D8F5EC-D115-3F88-11B4-CB309A040CE0}"/>
              </a:ext>
            </a:extLst>
          </p:cNvPr>
          <p:cNvSpPr txBox="1"/>
          <p:nvPr/>
        </p:nvSpPr>
        <p:spPr bwMode="auto">
          <a:xfrm>
            <a:off x="7378874" y="5195915"/>
            <a:ext cx="37473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accent1"/>
                </a:solidFill>
                <a:latin typeface="Arial"/>
              </a:rPr>
              <a:t>Inventory</a:t>
            </a:r>
            <a:endParaRPr sz="1600" b="1" dirty="0">
              <a:solidFill>
                <a:schemeClr val="accent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540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54509-7D44-A426-8884-38A446F80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22D54F-98A0-8C77-4081-64951919DE15}"/>
              </a:ext>
            </a:extLst>
          </p:cNvPr>
          <p:cNvSpPr/>
          <p:nvPr/>
        </p:nvSpPr>
        <p:spPr>
          <a:xfrm>
            <a:off x="181896" y="218768"/>
            <a:ext cx="11828207" cy="6420464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C4C8C1-3AE9-A00F-D4D7-1637069E5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586" y="425245"/>
            <a:ext cx="1735001" cy="651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B4A0F0-ABDE-3322-229F-843AD7AB6C17}"/>
              </a:ext>
            </a:extLst>
          </p:cNvPr>
          <p:cNvSpPr txBox="1"/>
          <p:nvPr/>
        </p:nvSpPr>
        <p:spPr>
          <a:xfrm>
            <a:off x="3512621" y="504765"/>
            <a:ext cx="516675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latin typeface="Arial Black" panose="020B0A04020102020204" pitchFamily="34" charset="0"/>
              </a:rPr>
              <a:t>Specific Details on Training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2D06F6-EE6D-C844-B4B0-7CD9F26D7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414" y="1366496"/>
            <a:ext cx="1668737" cy="50260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8C2399-FF06-C95F-6ACD-634C41529725}"/>
              </a:ext>
            </a:extLst>
          </p:cNvPr>
          <p:cNvSpPr txBox="1"/>
          <p:nvPr/>
        </p:nvSpPr>
        <p:spPr>
          <a:xfrm>
            <a:off x="1535348" y="1853412"/>
            <a:ext cx="2389239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 "/>
              </a:rPr>
              <a:t>Week 1 (16–20 Aug)</a:t>
            </a:r>
          </a:p>
          <a:p>
            <a:pPr algn="ctr"/>
            <a:r>
              <a:rPr lang="en-GB" dirty="0">
                <a:latin typeface="Arial "/>
              </a:rPr>
              <a:t>Orientation, BRS analysis &amp; Django architecture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CB963F-8AA1-8A1A-326D-730A6C47CDDA}"/>
              </a:ext>
            </a:extLst>
          </p:cNvPr>
          <p:cNvSpPr txBox="1"/>
          <p:nvPr/>
        </p:nvSpPr>
        <p:spPr>
          <a:xfrm>
            <a:off x="4132580" y="1853412"/>
            <a:ext cx="2361627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 "/>
              </a:rPr>
              <a:t>Week 2 (23–27 Aug)</a:t>
            </a:r>
          </a:p>
          <a:p>
            <a:pPr algn="ctr"/>
            <a:r>
              <a:rPr lang="en-GB" dirty="0">
                <a:latin typeface="Arial "/>
              </a:rPr>
              <a:t>Django practice &amp; task-management app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CB90E5-A52B-2BD3-3D25-BBA936AAB649}"/>
              </a:ext>
            </a:extLst>
          </p:cNvPr>
          <p:cNvSpPr txBox="1"/>
          <p:nvPr/>
        </p:nvSpPr>
        <p:spPr>
          <a:xfrm>
            <a:off x="1535348" y="3242428"/>
            <a:ext cx="2389239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>
                <a:latin typeface="Arial "/>
              </a:rPr>
              <a:t>Week 3 (</a:t>
            </a:r>
            <a:r>
              <a:rPr lang="en-GB" sz="1400" b="1" dirty="0">
                <a:latin typeface="Arial "/>
              </a:rPr>
              <a:t>30 Aug–2 Sep</a:t>
            </a:r>
            <a:r>
              <a:rPr lang="en-GB" b="1" dirty="0">
                <a:latin typeface="Arial "/>
              </a:rPr>
              <a:t>)</a:t>
            </a:r>
          </a:p>
          <a:p>
            <a:pPr algn="ctr"/>
            <a:r>
              <a:rPr lang="en-GB" dirty="0">
                <a:latin typeface="Arial "/>
              </a:rPr>
              <a:t>POS interface planning &amp; module layouts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FD95CE-DFBD-0F30-E3E4-CA79A5B265BD}"/>
              </a:ext>
            </a:extLst>
          </p:cNvPr>
          <p:cNvSpPr txBox="1"/>
          <p:nvPr/>
        </p:nvSpPr>
        <p:spPr>
          <a:xfrm>
            <a:off x="4132580" y="3242428"/>
            <a:ext cx="2361627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 "/>
              </a:rPr>
              <a:t>Week 4 (8–13 Sep)</a:t>
            </a:r>
          </a:p>
          <a:p>
            <a:pPr algn="ctr"/>
            <a:r>
              <a:rPr lang="en-GB" dirty="0">
                <a:latin typeface="Arial "/>
              </a:rPr>
              <a:t>Customer/Inventory modules, dynamic cart &amp; testing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F88C3E-A171-F082-9588-30E0749CAB70}"/>
              </a:ext>
            </a:extLst>
          </p:cNvPr>
          <p:cNvSpPr txBox="1"/>
          <p:nvPr/>
        </p:nvSpPr>
        <p:spPr>
          <a:xfrm>
            <a:off x="1535348" y="4631444"/>
            <a:ext cx="2361627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 "/>
              </a:rPr>
              <a:t>Week 5 (14–19 Sep)</a:t>
            </a:r>
          </a:p>
          <a:p>
            <a:pPr algn="ctr"/>
            <a:r>
              <a:rPr lang="en-GB" dirty="0">
                <a:latin typeface="Arial "/>
              </a:rPr>
              <a:t>QA, retesting &amp; live deployment on pos.odelltech.com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584694-75DC-F46B-543E-7A48A4C27C81}"/>
              </a:ext>
            </a:extLst>
          </p:cNvPr>
          <p:cNvSpPr txBox="1"/>
          <p:nvPr/>
        </p:nvSpPr>
        <p:spPr>
          <a:xfrm>
            <a:off x="3047999" y="6657262"/>
            <a:ext cx="6096000" cy="24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Industrial Training Defense, Summer 2026</a:t>
            </a:r>
            <a:endParaRPr lang="en-US" sz="12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118458-638B-7513-D7F3-64A193B4905F}"/>
              </a:ext>
            </a:extLst>
          </p:cNvPr>
          <p:cNvSpPr txBox="1"/>
          <p:nvPr/>
        </p:nvSpPr>
        <p:spPr>
          <a:xfrm>
            <a:off x="11115366" y="6392574"/>
            <a:ext cx="93406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Page-15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0292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2BAB1-0CF9-74AD-F9BD-E7687E8A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C29897-78AD-CDEC-B8C3-34C8CF841BBE}"/>
              </a:ext>
            </a:extLst>
          </p:cNvPr>
          <p:cNvSpPr/>
          <p:nvPr/>
        </p:nvSpPr>
        <p:spPr>
          <a:xfrm>
            <a:off x="181896" y="218768"/>
            <a:ext cx="11828207" cy="6420464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C30429-5F8C-96CA-2820-1786E80B0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586" y="425245"/>
            <a:ext cx="1735001" cy="651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D67922-847E-890E-812D-AB0A041C133B}"/>
              </a:ext>
            </a:extLst>
          </p:cNvPr>
          <p:cNvSpPr txBox="1"/>
          <p:nvPr/>
        </p:nvSpPr>
        <p:spPr>
          <a:xfrm>
            <a:off x="3170807" y="304711"/>
            <a:ext cx="585038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600" b="1" dirty="0">
                <a:latin typeface="Arial Black" panose="020B0A04020102020204" pitchFamily="34" charset="0"/>
              </a:rPr>
              <a:t>Acquired Skills During Industrial Training</a:t>
            </a:r>
            <a:endParaRPr lang="en-GB" sz="2600" dirty="0">
              <a:latin typeface="Arial Black" panose="020B0A040201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DBCF57-F604-F8C2-882B-C4A31B0A5E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4319" y="1319663"/>
            <a:ext cx="4086902" cy="48299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4782DCA-AB08-0E0B-5954-23F4DE540709}"/>
              </a:ext>
            </a:extLst>
          </p:cNvPr>
          <p:cNvSpPr txBox="1"/>
          <p:nvPr/>
        </p:nvSpPr>
        <p:spPr>
          <a:xfrm>
            <a:off x="595243" y="1887992"/>
            <a:ext cx="700310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en-GB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Technical Core Competencies:</a:t>
            </a:r>
            <a:endParaRPr lang="en-GB" sz="18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 &amp; Django: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Views, models, ORM queries, forms, authentication, &amp; service logic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MySQL Database: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Migrations, relational design, transactional updates, &amp; stock validation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Frontend Engineering: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HTML, CSS, JavaScript, and Django responsive templates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DevOps &amp; QA: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Git/GitHub version control, debugging, &amp; cross-browser testing</a:t>
            </a:r>
          </a:p>
          <a:p>
            <a:pPr lvl="0" algn="l"/>
            <a:endParaRPr lang="en-GB" sz="1800" b="1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/>
            <a:r>
              <a:rPr lang="en-GB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Professional &amp; Workplace Skills:</a:t>
            </a:r>
            <a:endParaRPr lang="en-GB" sz="18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BRS requirement analysis, technical documentation, teamwork, &amp; presentation skills</a:t>
            </a:r>
            <a:endParaRPr lang="en-GB" sz="1050" b="0" i="0" dirty="0">
              <a:solidFill>
                <a:srgbClr val="30303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FC300D-5263-C1DC-C214-6459C2F2BC39}"/>
              </a:ext>
            </a:extLst>
          </p:cNvPr>
          <p:cNvSpPr txBox="1"/>
          <p:nvPr/>
        </p:nvSpPr>
        <p:spPr>
          <a:xfrm>
            <a:off x="3047999" y="6657262"/>
            <a:ext cx="6096000" cy="24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Industrial Training Defense, Summer 2026</a:t>
            </a:r>
            <a:endParaRPr lang="en-US" sz="12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262BC2-B303-322A-7F9F-30BF9D91D5FB}"/>
              </a:ext>
            </a:extLst>
          </p:cNvPr>
          <p:cNvSpPr txBox="1"/>
          <p:nvPr/>
        </p:nvSpPr>
        <p:spPr>
          <a:xfrm>
            <a:off x="11115366" y="6392574"/>
            <a:ext cx="93406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Page-16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2359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2A7F5-AAA6-2239-1235-4030B72F9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D14179-57CC-6BE5-3624-C91C893B0453}"/>
              </a:ext>
            </a:extLst>
          </p:cNvPr>
          <p:cNvSpPr/>
          <p:nvPr/>
        </p:nvSpPr>
        <p:spPr>
          <a:xfrm>
            <a:off x="181896" y="218768"/>
            <a:ext cx="11828207" cy="6420464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A40123-41EB-D0B9-8E67-BD4D15545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586" y="425245"/>
            <a:ext cx="1735001" cy="651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68D58B-2788-F0A3-54A6-D3EA3FAFCE71}"/>
              </a:ext>
            </a:extLst>
          </p:cNvPr>
          <p:cNvSpPr txBox="1"/>
          <p:nvPr/>
        </p:nvSpPr>
        <p:spPr>
          <a:xfrm>
            <a:off x="3170807" y="304711"/>
            <a:ext cx="585038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GB" sz="2600" dirty="0">
                <a:latin typeface="Arial Black" panose="020B0A04020102020204" pitchFamily="34" charset="0"/>
              </a:rPr>
              <a:t>Academic PO &amp; UN SDG Mapping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0F9A23-F666-5F39-57D2-F1D3BF7D3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4817" y="2544153"/>
            <a:ext cx="4561779" cy="24592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FBA315-F381-2813-C9ED-984FB21607BF}"/>
              </a:ext>
            </a:extLst>
          </p:cNvPr>
          <p:cNvSpPr txBox="1"/>
          <p:nvPr/>
        </p:nvSpPr>
        <p:spPr>
          <a:xfrm>
            <a:off x="330562" y="1742470"/>
            <a:ext cx="69457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GB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Academic Program Outcomes (Green University POs):</a:t>
            </a:r>
            <a:endParaRPr lang="en-GB" sz="18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PO2 (Problem Analysis) &amp; PO5 (Modern Tool Usage):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Analyzing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retail business rules &amp; applying Django, MySQL, Git/GitHub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PO8 (Ethics), PO10 (Communication) &amp; PO12 (Life-Long Learning):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Accurate documentation, team collaboration, &amp; continuous self-learning</a:t>
            </a:r>
            <a:endParaRPr lang="en-GB" sz="1050" b="0" i="0" dirty="0">
              <a:solidFill>
                <a:srgbClr val="30303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54A4C7-E78B-2171-B297-FA337671648C}"/>
              </a:ext>
            </a:extLst>
          </p:cNvPr>
          <p:cNvSpPr txBox="1"/>
          <p:nvPr/>
        </p:nvSpPr>
        <p:spPr>
          <a:xfrm>
            <a:off x="330561" y="4010688"/>
            <a:ext cx="68682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en-GB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 Sustainable Development Goals (SDGs):</a:t>
            </a:r>
            <a:endParaRPr lang="en-GB" sz="18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SDG 4 (Quality Education):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Transforming theoretical classroom knowledge into practical industry learning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SDG 8 (Decent Work) &amp; SDG 9 (Industry &amp; Innovation):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Developing workplace readiness &amp; digitalizing retail business operations</a:t>
            </a:r>
            <a:endParaRPr lang="en-GB" sz="1050" b="0" i="0" dirty="0">
              <a:solidFill>
                <a:srgbClr val="30303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669C51-C8EB-4776-081C-59EC96636EB5}"/>
              </a:ext>
            </a:extLst>
          </p:cNvPr>
          <p:cNvSpPr txBox="1"/>
          <p:nvPr/>
        </p:nvSpPr>
        <p:spPr>
          <a:xfrm>
            <a:off x="3047999" y="6657262"/>
            <a:ext cx="6096000" cy="24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Industrial Training Defense, Summer 2026</a:t>
            </a:r>
            <a:endParaRPr lang="en-US" sz="12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916070-5C5E-A3AC-5F30-8EC56B5EA8E0}"/>
              </a:ext>
            </a:extLst>
          </p:cNvPr>
          <p:cNvSpPr txBox="1"/>
          <p:nvPr/>
        </p:nvSpPr>
        <p:spPr>
          <a:xfrm>
            <a:off x="11115366" y="6392574"/>
            <a:ext cx="93406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Page-17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0774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F3116-CB71-58BF-9628-6D91D3AD9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A1B92D-3E1D-B127-7D74-33401D80D7ED}"/>
              </a:ext>
            </a:extLst>
          </p:cNvPr>
          <p:cNvSpPr/>
          <p:nvPr/>
        </p:nvSpPr>
        <p:spPr>
          <a:xfrm>
            <a:off x="181896" y="218768"/>
            <a:ext cx="11828207" cy="6420464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231BA5-B69D-951C-E4AC-A9495D398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586" y="425245"/>
            <a:ext cx="1735001" cy="651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56706C-06B2-B758-C1F7-D3BF01C55E33}"/>
              </a:ext>
            </a:extLst>
          </p:cNvPr>
          <p:cNvSpPr txBox="1"/>
          <p:nvPr/>
        </p:nvSpPr>
        <p:spPr>
          <a:xfrm>
            <a:off x="4998666" y="504765"/>
            <a:ext cx="219466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b="1" dirty="0">
                <a:latin typeface="Arial Black" panose="020B0A04020102020204" pitchFamily="34" charset="0"/>
              </a:rPr>
              <a:t>Conclusion</a:t>
            </a:r>
            <a:endParaRPr lang="en-GB" sz="2600" dirty="0">
              <a:latin typeface="Arial Black" panose="020B0A040201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7F1FD6-3BAA-51BD-7697-C20846873EDF}"/>
              </a:ext>
            </a:extLst>
          </p:cNvPr>
          <p:cNvSpPr txBox="1"/>
          <p:nvPr/>
        </p:nvSpPr>
        <p:spPr>
          <a:xfrm>
            <a:off x="791494" y="2828835"/>
            <a:ext cx="106090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My five-week industrial training at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O’dell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Tech Ltd. successfully bridged academic software engineering theory with practical industry standards. By engineering and deploying a functional, responsive Web POS system, I gained hands-on experience in Django MVT architecture, client-side JavaScript interactivity, custom invoice print styling, and production web deployment.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B28196-A922-6415-6B78-B9D3E8C55A27}"/>
              </a:ext>
            </a:extLst>
          </p:cNvPr>
          <p:cNvSpPr txBox="1"/>
          <p:nvPr/>
        </p:nvSpPr>
        <p:spPr>
          <a:xfrm>
            <a:off x="3047999" y="6657262"/>
            <a:ext cx="6096000" cy="24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Industrial Training Defense, Summer 2026</a:t>
            </a:r>
            <a:endParaRPr lang="en-US" sz="12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86A8A9-A81C-45A2-F9E8-BC2A2C73CBD0}"/>
              </a:ext>
            </a:extLst>
          </p:cNvPr>
          <p:cNvSpPr txBox="1"/>
          <p:nvPr/>
        </p:nvSpPr>
        <p:spPr>
          <a:xfrm>
            <a:off x="11115366" y="6392574"/>
            <a:ext cx="93406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Page-18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7886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4C9AB-3324-E252-30B1-99C270B90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07F5E4-BD48-525B-05F3-96A6F303C20D}"/>
              </a:ext>
            </a:extLst>
          </p:cNvPr>
          <p:cNvSpPr/>
          <p:nvPr/>
        </p:nvSpPr>
        <p:spPr>
          <a:xfrm>
            <a:off x="181896" y="218768"/>
            <a:ext cx="11828207" cy="6420464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4A8AFC-4099-837A-85F0-A0C5335B3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586" y="425245"/>
            <a:ext cx="1735001" cy="651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73240B-5EA7-D14F-08A5-674E78C8A404}"/>
              </a:ext>
            </a:extLst>
          </p:cNvPr>
          <p:cNvSpPr txBox="1"/>
          <p:nvPr/>
        </p:nvSpPr>
        <p:spPr>
          <a:xfrm>
            <a:off x="5033079" y="504765"/>
            <a:ext cx="212583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latin typeface="Arial Black" panose="020B0A04020102020204" pitchFamily="34" charset="0"/>
              </a:rPr>
              <a:t>Reference</a:t>
            </a:r>
            <a:endParaRPr lang="en-GB" sz="2600" dirty="0"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96083B-BF18-2575-E9C6-656DC1F68F12}"/>
              </a:ext>
            </a:extLst>
          </p:cNvPr>
          <p:cNvSpPr txBox="1"/>
          <p:nvPr/>
        </p:nvSpPr>
        <p:spPr bwMode="auto">
          <a:xfrm>
            <a:off x="747873" y="2005533"/>
            <a:ext cx="10696250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0" dirty="0">
                <a:solidFill>
                  <a:srgbClr val="191919"/>
                </a:solidFill>
                <a:latin typeface="Arial "/>
              </a:rPr>
              <a:t>[1] </a:t>
            </a:r>
            <a:r>
              <a:rPr b="0" dirty="0" err="1">
                <a:solidFill>
                  <a:srgbClr val="191919"/>
                </a:solidFill>
                <a:latin typeface="Arial "/>
              </a:rPr>
              <a:t>O’dell</a:t>
            </a:r>
            <a:r>
              <a:rPr b="0" dirty="0">
                <a:solidFill>
                  <a:srgbClr val="191919"/>
                </a:solidFill>
                <a:latin typeface="Arial "/>
              </a:rPr>
              <a:t> Tech Ltd., “</a:t>
            </a:r>
            <a:r>
              <a:rPr b="0" dirty="0" err="1">
                <a:solidFill>
                  <a:srgbClr val="191919"/>
                </a:solidFill>
                <a:latin typeface="Arial "/>
              </a:rPr>
              <a:t>O’dell</a:t>
            </a:r>
            <a:r>
              <a:rPr b="0" dirty="0">
                <a:solidFill>
                  <a:srgbClr val="191919"/>
                </a:solidFill>
                <a:latin typeface="Arial "/>
              </a:rPr>
              <a:t> Tech,” company information and services.
[2] Python Software Foundation, “Python Documentation.”
[3] Django Software Foundation, “Django Documentation.”
[4] Oracle, “MySQL 8.4 Reference Manual.”
[5] Git, “Git Documentation.”
[6] OWASP Foundation, “OWASP Web Security Testing Guide.”
[7] United Nations, “Sustainable Development Goals.”
[8] Green University of Bangladesh, Department of CSE, Industrial Training / CSE curriculum materials.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203EAE-62D2-5E88-B5EE-23D3F05724B6}"/>
              </a:ext>
            </a:extLst>
          </p:cNvPr>
          <p:cNvSpPr txBox="1"/>
          <p:nvPr/>
        </p:nvSpPr>
        <p:spPr>
          <a:xfrm>
            <a:off x="3047999" y="6657262"/>
            <a:ext cx="6096000" cy="24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Industrial Training Defense, Summer 2026</a:t>
            </a:r>
            <a:endParaRPr lang="en-US" sz="12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0A692D-D31D-2864-65E9-1ED975178B76}"/>
              </a:ext>
            </a:extLst>
          </p:cNvPr>
          <p:cNvSpPr txBox="1"/>
          <p:nvPr/>
        </p:nvSpPr>
        <p:spPr>
          <a:xfrm>
            <a:off x="11115366" y="6392574"/>
            <a:ext cx="93406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Page-19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4976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B98BF-405F-DE5D-540D-613B20BD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3ADAE6-35AD-D57C-59BE-4B85384C8298}"/>
              </a:ext>
            </a:extLst>
          </p:cNvPr>
          <p:cNvSpPr/>
          <p:nvPr/>
        </p:nvSpPr>
        <p:spPr>
          <a:xfrm>
            <a:off x="181896" y="218768"/>
            <a:ext cx="11828207" cy="6420464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275A0E-95DA-2951-4756-F242F1316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586" y="425245"/>
            <a:ext cx="1735001" cy="651485"/>
          </a:xfrm>
          <a:prstGeom prst="rect">
            <a:avLst/>
          </a:prstGeom>
        </p:spPr>
      </p:pic>
      <p:sp>
        <p:nvSpPr>
          <p:cNvPr id="2" name="Google Shape;1283;p40">
            <a:extLst>
              <a:ext uri="{FF2B5EF4-FFF2-40B4-BE49-F238E27FC236}">
                <a16:creationId xmlns:a16="http://schemas.microsoft.com/office/drawing/2014/main" id="{F1232D25-EA44-A5F1-1D6A-A4E21D7C70FD}"/>
              </a:ext>
            </a:extLst>
          </p:cNvPr>
          <p:cNvSpPr txBox="1">
            <a:spLocks noGrp="1"/>
          </p:cNvSpPr>
          <p:nvPr>
            <p:ph type="ctrTitle"/>
          </p:nvPr>
        </p:nvSpPr>
        <p:spPr bwMode="auto">
          <a:xfrm>
            <a:off x="3800166" y="2952672"/>
            <a:ext cx="4591665" cy="952656"/>
          </a:xfrm>
          <a:prstGeom prst="rect">
            <a:avLst/>
          </a:prstGeom>
        </p:spPr>
        <p:txBody>
          <a:bodyPr spcFirstLastPara="1"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algn="ctr" defTabSz="914400">
              <a:defRPr/>
            </a:pPr>
            <a:r>
              <a:rPr lang="en-US" sz="6000" b="1" dirty="0">
                <a:solidFill>
                  <a:schemeClr val="tx1"/>
                </a:solidFill>
                <a:latin typeface="Arial Black" panose="020B0A04020102020204" pitchFamily="34" charset="0"/>
              </a:rPr>
              <a:t>Thank You</a:t>
            </a:r>
            <a:endParaRPr sz="6000" b="1" dirty="0">
              <a:solidFill>
                <a:schemeClr val="tx1"/>
              </a:solidFill>
              <a:latin typeface="Arial Black" panose="020B0A04020102020204" pitchFamily="34" charset="0"/>
              <a:cs typeface="Arial Black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5E4B7E-9355-239C-9CD7-1E476547A8E7}"/>
              </a:ext>
            </a:extLst>
          </p:cNvPr>
          <p:cNvSpPr txBox="1"/>
          <p:nvPr/>
        </p:nvSpPr>
        <p:spPr>
          <a:xfrm>
            <a:off x="3047999" y="6657262"/>
            <a:ext cx="6096000" cy="24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Industrial Training Defense, Summer 2026</a:t>
            </a:r>
            <a:endParaRPr lang="en-US" sz="12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A775D6-E640-6F11-FFF2-0A585853F136}"/>
              </a:ext>
            </a:extLst>
          </p:cNvPr>
          <p:cNvSpPr txBox="1"/>
          <p:nvPr/>
        </p:nvSpPr>
        <p:spPr>
          <a:xfrm>
            <a:off x="11115366" y="6392574"/>
            <a:ext cx="93406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None/>
              <a:defRPr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Page-20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650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1067</Words>
  <Application>Microsoft Office PowerPoint</Application>
  <PresentationFormat>Widescreen</PresentationFormat>
  <Paragraphs>160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Arial </vt:lpstr>
      <vt:lpstr>Arial Black</vt:lpstr>
      <vt:lpstr>Calibri</vt:lpstr>
      <vt:lpstr>Calibri Light</vt:lpstr>
      <vt:lpstr>Roboto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ANISUR RAHMAN</dc:creator>
  <cp:lastModifiedBy>ANISUR RAHMAN</cp:lastModifiedBy>
  <cp:revision>2</cp:revision>
  <dcterms:created xsi:type="dcterms:W3CDTF">2026-09-17T16:36:29Z</dcterms:created>
  <dcterms:modified xsi:type="dcterms:W3CDTF">2026-09-28T04:13:36Z</dcterms:modified>
</cp:coreProperties>
</file>